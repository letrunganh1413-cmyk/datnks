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vsdx" ContentType="application/vnd.ms-visio.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4"/>
  </p:sldMasterIdLst>
  <p:notesMasterIdLst>
    <p:notesMasterId r:id="rId18"/>
  </p:notesMasterIdLst>
  <p:sldIdLst>
    <p:sldId id="256" r:id="rId5"/>
    <p:sldId id="454" r:id="rId6"/>
    <p:sldId id="455" r:id="rId7"/>
    <p:sldId id="459" r:id="rId8"/>
    <p:sldId id="491" r:id="rId9"/>
    <p:sldId id="480" r:id="rId10"/>
    <p:sldId id="471" r:id="rId11"/>
    <p:sldId id="494" r:id="rId12"/>
    <p:sldId id="490" r:id="rId13"/>
    <p:sldId id="489" r:id="rId14"/>
    <p:sldId id="495" r:id="rId15"/>
    <p:sldId id="479" r:id="rId16"/>
    <p:sldId id="457" r:id="rId17"/>
  </p:sldIdLst>
  <p:sldSz cx="12192000" cy="6858000"/>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972B"/>
    <a:srgbClr val="476D2D"/>
    <a:srgbClr val="0000FF"/>
    <a:srgbClr val="0033CC"/>
    <a:srgbClr val="0066CC"/>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8DE9E9-511A-4AC1-9132-ED726469C389}" v="13" dt="2026-09-26T02:37:16.290"/>
  </p1510:revLst>
</p1510:revInfo>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Kiểu Sáng 1 - Màu chủ đề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Không có Kiểu, Lưới Bảng">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Kiểu Có chủ đề 2 - Màu chủ đề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Kiểu Có chủ đề 1 - Màu chủ đề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660B408-B3CF-4A94-85FC-2B1E0A45F4A2}" styleName="Kiểu Tối 2 - Màu chủ đề 1/Màu chủ đề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FD0F851-EC5A-4D38-B0AD-8093EC10F338}" styleName="Kiểu Sáng 1 - Màu chủ đề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10A1B5D5-9B99-4C35-A422-299274C87663}" styleName="Kiểu Trung bình 1 - Màu chủ đề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5468" autoAdjust="0"/>
  </p:normalViewPr>
  <p:slideViewPr>
    <p:cSldViewPr snapToGrid="0">
      <p:cViewPr varScale="1">
        <p:scale>
          <a:sx n="83" d="100"/>
          <a:sy n="83" d="100"/>
        </p:scale>
        <p:origin x="643" y="106"/>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 TrungAnh" userId="bb30d883c0ddbca3" providerId="LiveId" clId="{9D817B02-D236-4290-850F-55FAE27856B7}"/>
    <pc:docChg chg="undo redo custSel addSld delSld modSld">
      <pc:chgData name="Le TrungAnh" userId="bb30d883c0ddbca3" providerId="LiveId" clId="{9D817B02-D236-4290-850F-55FAE27856B7}" dt="2026-09-26T02:42:13.378" v="2665" actId="1076"/>
      <pc:docMkLst>
        <pc:docMk/>
      </pc:docMkLst>
      <pc:sldChg chg="modSp mod">
        <pc:chgData name="Le TrungAnh" userId="bb30d883c0ddbca3" providerId="LiveId" clId="{9D817B02-D236-4290-850F-55FAE27856B7}" dt="2026-09-26T02:33:29.127" v="2598" actId="20577"/>
        <pc:sldMkLst>
          <pc:docMk/>
          <pc:sldMk cId="108205836" sldId="256"/>
        </pc:sldMkLst>
        <pc:spChg chg="mod">
          <ac:chgData name="Le TrungAnh" userId="bb30d883c0ddbca3" providerId="LiveId" clId="{9D817B02-D236-4290-850F-55FAE27856B7}" dt="2026-09-26T02:33:29.127" v="2598" actId="20577"/>
          <ac:spMkLst>
            <pc:docMk/>
            <pc:sldMk cId="108205836" sldId="256"/>
            <ac:spMk id="6" creationId="{76FF4C0F-EAC6-D20F-2C9F-C8B00B499583}"/>
          </ac:spMkLst>
        </pc:spChg>
      </pc:sldChg>
      <pc:sldChg chg="modSp mod">
        <pc:chgData name="Le TrungAnh" userId="bb30d883c0ddbca3" providerId="LiveId" clId="{9D817B02-D236-4290-850F-55FAE27856B7}" dt="2026-09-20T14:14:27.728" v="34" actId="20577"/>
        <pc:sldMkLst>
          <pc:docMk/>
          <pc:sldMk cId="3161209229" sldId="454"/>
        </pc:sldMkLst>
        <pc:spChg chg="mod">
          <ac:chgData name="Le TrungAnh" userId="bb30d883c0ddbca3" providerId="LiveId" clId="{9D817B02-D236-4290-850F-55FAE27856B7}" dt="2026-09-20T14:14:27.728" v="34" actId="20577"/>
          <ac:spMkLst>
            <pc:docMk/>
            <pc:sldMk cId="3161209229" sldId="454"/>
            <ac:spMk id="10" creationId="{C504B2A7-2E79-AB30-02C7-BD5919B5E1CE}"/>
          </ac:spMkLst>
        </pc:spChg>
      </pc:sldChg>
      <pc:sldChg chg="addSp delSp modSp mod">
        <pc:chgData name="Le TrungAnh" userId="bb30d883c0ddbca3" providerId="LiveId" clId="{9D817B02-D236-4290-850F-55FAE27856B7}" dt="2026-09-22T15:33:47.351" v="1427"/>
        <pc:sldMkLst>
          <pc:docMk/>
          <pc:sldMk cId="4091395126" sldId="455"/>
        </pc:sldMkLst>
        <pc:spChg chg="mod">
          <ac:chgData name="Le TrungAnh" userId="bb30d883c0ddbca3" providerId="LiveId" clId="{9D817B02-D236-4290-850F-55FAE27856B7}" dt="2026-09-21T12:55:41.351" v="979" actId="20577"/>
          <ac:spMkLst>
            <pc:docMk/>
            <pc:sldMk cId="4091395126" sldId="455"/>
            <ac:spMk id="5" creationId="{FD50A2F3-57EA-3881-5DDA-31887A2146C1}"/>
          </ac:spMkLst>
        </pc:spChg>
      </pc:sldChg>
      <pc:sldChg chg="addSp delSp modSp mod">
        <pc:chgData name="Le TrungAnh" userId="bb30d883c0ddbca3" providerId="LiveId" clId="{9D817B02-D236-4290-850F-55FAE27856B7}" dt="2026-09-22T16:52:29.890" v="2397" actId="20577"/>
        <pc:sldMkLst>
          <pc:docMk/>
          <pc:sldMk cId="1652520109" sldId="457"/>
        </pc:sldMkLst>
        <pc:spChg chg="mod">
          <ac:chgData name="Le TrungAnh" userId="bb30d883c0ddbca3" providerId="LiveId" clId="{9D817B02-D236-4290-850F-55FAE27856B7}" dt="2026-09-22T16:52:29.890" v="2397" actId="20577"/>
          <ac:spMkLst>
            <pc:docMk/>
            <pc:sldMk cId="1652520109" sldId="457"/>
            <ac:spMk id="5" creationId="{8196263C-3AA9-481D-8F4E-798360B8A1CE}"/>
          </ac:spMkLst>
        </pc:spChg>
      </pc:sldChg>
      <pc:sldChg chg="addSp delSp modSp mod">
        <pc:chgData name="Le TrungAnh" userId="bb30d883c0ddbca3" providerId="LiveId" clId="{9D817B02-D236-4290-850F-55FAE27856B7}" dt="2026-09-26T02:42:13.378" v="2665" actId="1076"/>
        <pc:sldMkLst>
          <pc:docMk/>
          <pc:sldMk cId="3633516291" sldId="459"/>
        </pc:sldMkLst>
        <pc:spChg chg="mod">
          <ac:chgData name="Le TrungAnh" userId="bb30d883c0ddbca3" providerId="LiveId" clId="{9D817B02-D236-4290-850F-55FAE27856B7}" dt="2026-09-26T02:02:39.602" v="2483" actId="1035"/>
          <ac:spMkLst>
            <pc:docMk/>
            <pc:sldMk cId="3633516291" sldId="459"/>
            <ac:spMk id="8" creationId="{363E201B-B5F3-DAE6-E717-A11E7DD5AB55}"/>
          </ac:spMkLst>
        </pc:spChg>
        <pc:spChg chg="add mod">
          <ac:chgData name="Le TrungAnh" userId="bb30d883c0ddbca3" providerId="LiveId" clId="{9D817B02-D236-4290-850F-55FAE27856B7}" dt="2026-09-26T02:36:28.686" v="2606" actId="1076"/>
          <ac:spMkLst>
            <pc:docMk/>
            <pc:sldMk cId="3633516291" sldId="459"/>
            <ac:spMk id="9" creationId="{B3F9043A-9A7C-8EB0-4F4C-AF4D60693E06}"/>
          </ac:spMkLst>
        </pc:spChg>
        <pc:spChg chg="mod">
          <ac:chgData name="Le TrungAnh" userId="bb30d883c0ddbca3" providerId="LiveId" clId="{9D817B02-D236-4290-850F-55FAE27856B7}" dt="2026-09-21T13:02:14.879" v="1308" actId="20577"/>
          <ac:spMkLst>
            <pc:docMk/>
            <pc:sldMk cId="3633516291" sldId="459"/>
            <ac:spMk id="11" creationId="{C45122B2-CAFC-DB87-01C5-78D965FDD0CE}"/>
          </ac:spMkLst>
        </pc:spChg>
        <pc:spChg chg="add mod">
          <ac:chgData name="Le TrungAnh" userId="bb30d883c0ddbca3" providerId="LiveId" clId="{9D817B02-D236-4290-850F-55FAE27856B7}" dt="2026-09-26T02:37:39.018" v="2615" actId="1076"/>
          <ac:spMkLst>
            <pc:docMk/>
            <pc:sldMk cId="3633516291" sldId="459"/>
            <ac:spMk id="12" creationId="{204509F5-08E1-3CF0-5ABD-C71499889BE0}"/>
          </ac:spMkLst>
        </pc:spChg>
        <pc:spChg chg="add mod">
          <ac:chgData name="Le TrungAnh" userId="bb30d883c0ddbca3" providerId="LiveId" clId="{9D817B02-D236-4290-850F-55FAE27856B7}" dt="2026-09-20T17:31:13.366" v="468" actId="14100"/>
          <ac:spMkLst>
            <pc:docMk/>
            <pc:sldMk cId="3633516291" sldId="459"/>
            <ac:spMk id="50" creationId="{828875AE-BB98-67DA-9855-37BD9CC0327E}"/>
          </ac:spMkLst>
        </pc:spChg>
        <pc:spChg chg="add mod">
          <ac:chgData name="Le TrungAnh" userId="bb30d883c0ddbca3" providerId="LiveId" clId="{9D817B02-D236-4290-850F-55FAE27856B7}" dt="2026-09-20T17:46:44.095" v="696" actId="1076"/>
          <ac:spMkLst>
            <pc:docMk/>
            <pc:sldMk cId="3633516291" sldId="459"/>
            <ac:spMk id="51" creationId="{27A54AEA-0367-9B48-97EE-529ED48F6C33}"/>
          </ac:spMkLst>
        </pc:spChg>
        <pc:spChg chg="add del mod">
          <ac:chgData name="Le TrungAnh" userId="bb30d883c0ddbca3" providerId="LiveId" clId="{9D817B02-D236-4290-850F-55FAE27856B7}" dt="2026-09-26T02:35:36.628" v="2599" actId="478"/>
          <ac:spMkLst>
            <pc:docMk/>
            <pc:sldMk cId="3633516291" sldId="459"/>
            <ac:spMk id="52" creationId="{1413EE24-58EB-D605-D5C4-25C3C6D21DA6}"/>
          </ac:spMkLst>
        </pc:spChg>
        <pc:spChg chg="add mod">
          <ac:chgData name="Le TrungAnh" userId="bb30d883c0ddbca3" providerId="LiveId" clId="{9D817B02-D236-4290-850F-55FAE27856B7}" dt="2026-09-26T02:37:42.676" v="2616" actId="1076"/>
          <ac:spMkLst>
            <pc:docMk/>
            <pc:sldMk cId="3633516291" sldId="459"/>
            <ac:spMk id="53" creationId="{D3F42EF2-7D8B-1A1F-39CB-F17D3EECEE88}"/>
          </ac:spMkLst>
        </pc:spChg>
        <pc:spChg chg="add del mod">
          <ac:chgData name="Le TrungAnh" userId="bb30d883c0ddbca3" providerId="LiveId" clId="{9D817B02-D236-4290-850F-55FAE27856B7}" dt="2026-09-26T02:01:16.527" v="2412" actId="478"/>
          <ac:spMkLst>
            <pc:docMk/>
            <pc:sldMk cId="3633516291" sldId="459"/>
            <ac:spMk id="59" creationId="{E2D275A7-C0CE-9954-7FCD-BEBE3D225DCD}"/>
          </ac:spMkLst>
        </pc:spChg>
        <pc:spChg chg="add mod">
          <ac:chgData name="Le TrungAnh" userId="bb30d883c0ddbca3" providerId="LiveId" clId="{9D817B02-D236-4290-850F-55FAE27856B7}" dt="2026-09-26T02:04:18.127" v="2521" actId="20577"/>
          <ac:spMkLst>
            <pc:docMk/>
            <pc:sldMk cId="3633516291" sldId="459"/>
            <ac:spMk id="60" creationId="{6934B296-183A-5F78-7072-4046FDDD84F1}"/>
          </ac:spMkLst>
        </pc:spChg>
        <pc:graphicFrameChg chg="add mod">
          <ac:chgData name="Le TrungAnh" userId="bb30d883c0ddbca3" providerId="LiveId" clId="{9D817B02-D236-4290-850F-55FAE27856B7}" dt="2026-09-21T13:02:06.346" v="1305" actId="1076"/>
          <ac:graphicFrameMkLst>
            <pc:docMk/>
            <pc:sldMk cId="3633516291" sldId="459"/>
            <ac:graphicFrameMk id="7" creationId="{87C2B1BA-F468-1964-61AC-0D4A7A9C017C}"/>
          </ac:graphicFrameMkLst>
        </pc:graphicFrameChg>
        <pc:picChg chg="add mod ord">
          <ac:chgData name="Le TrungAnh" userId="bb30d883c0ddbca3" providerId="LiveId" clId="{9D817B02-D236-4290-850F-55FAE27856B7}" dt="2026-09-26T02:02:45.967" v="2484" actId="14100"/>
          <ac:picMkLst>
            <pc:docMk/>
            <pc:sldMk cId="3633516291" sldId="459"/>
            <ac:picMk id="3" creationId="{AECFB104-18C8-01C7-4536-72E509E3FB66}"/>
          </ac:picMkLst>
        </pc:picChg>
        <pc:picChg chg="add mod ord">
          <ac:chgData name="Le TrungAnh" userId="bb30d883c0ddbca3" providerId="LiveId" clId="{9D817B02-D236-4290-850F-55FAE27856B7}" dt="2026-09-25T17:10:51.624" v="2410" actId="1076"/>
          <ac:picMkLst>
            <pc:docMk/>
            <pc:sldMk cId="3633516291" sldId="459"/>
            <ac:picMk id="5" creationId="{E71F43D2-BDCC-B5BB-0729-B6FF67D6A45E}"/>
          </ac:picMkLst>
        </pc:picChg>
        <pc:picChg chg="add mod ord">
          <ac:chgData name="Le TrungAnh" userId="bb30d883c0ddbca3" providerId="LiveId" clId="{9D817B02-D236-4290-850F-55FAE27856B7}" dt="2026-09-26T02:04:49.086" v="2534" actId="167"/>
          <ac:picMkLst>
            <pc:docMk/>
            <pc:sldMk cId="3633516291" sldId="459"/>
            <ac:picMk id="10" creationId="{5EA7C210-44EC-35C3-FC59-2DFDF70B6DD8}"/>
          </ac:picMkLst>
        </pc:picChg>
        <pc:picChg chg="add mod">
          <ac:chgData name="Le TrungAnh" userId="bb30d883c0ddbca3" providerId="LiveId" clId="{9D817B02-D236-4290-850F-55FAE27856B7}" dt="2026-09-26T02:42:13.378" v="2665" actId="1076"/>
          <ac:picMkLst>
            <pc:docMk/>
            <pc:sldMk cId="3633516291" sldId="459"/>
            <ac:picMk id="14" creationId="{431016F4-9AB5-BD99-F46E-0F5430206448}"/>
          </ac:picMkLst>
        </pc:picChg>
        <pc:picChg chg="add mod topLvl">
          <ac:chgData name="Le TrungAnh" userId="bb30d883c0ddbca3" providerId="LiveId" clId="{9D817B02-D236-4290-850F-55FAE27856B7}" dt="2026-09-21T12:56:37.544" v="982" actId="1076"/>
          <ac:picMkLst>
            <pc:docMk/>
            <pc:sldMk cId="3633516291" sldId="459"/>
            <ac:picMk id="30" creationId="{A92D8E71-1413-7B64-F52F-32ACA28A1A43}"/>
          </ac:picMkLst>
        </pc:picChg>
        <pc:picChg chg="add mod topLvl">
          <ac:chgData name="Le TrungAnh" userId="bb30d883c0ddbca3" providerId="LiveId" clId="{9D817B02-D236-4290-850F-55FAE27856B7}" dt="2026-09-21T13:00:17.474" v="1284" actId="1037"/>
          <ac:picMkLst>
            <pc:docMk/>
            <pc:sldMk cId="3633516291" sldId="459"/>
            <ac:picMk id="32" creationId="{62CB72A0-5466-3F22-5722-098C449F5667}"/>
          </ac:picMkLst>
        </pc:picChg>
        <pc:picChg chg="add mod topLvl">
          <ac:chgData name="Le TrungAnh" userId="bb30d883c0ddbca3" providerId="LiveId" clId="{9D817B02-D236-4290-850F-55FAE27856B7}" dt="2026-09-21T13:00:21.681" v="1298" actId="1037"/>
          <ac:picMkLst>
            <pc:docMk/>
            <pc:sldMk cId="3633516291" sldId="459"/>
            <ac:picMk id="34" creationId="{3F8BCC66-1C61-C29E-19B3-8FBAB21B69EF}"/>
          </ac:picMkLst>
        </pc:picChg>
        <pc:picChg chg="add mod">
          <ac:chgData name="Le TrungAnh" userId="bb30d883c0ddbca3" providerId="LiveId" clId="{9D817B02-D236-4290-850F-55FAE27856B7}" dt="2026-09-21T12:59:24.125" v="1149" actId="1076"/>
          <ac:picMkLst>
            <pc:docMk/>
            <pc:sldMk cId="3633516291" sldId="459"/>
            <ac:picMk id="35" creationId="{E7A3EEF8-D08F-FA57-F3F8-DF5B4E20CCD3}"/>
          </ac:picMkLst>
        </pc:picChg>
        <pc:picChg chg="add del mod ord">
          <ac:chgData name="Le TrungAnh" userId="bb30d883c0ddbca3" providerId="LiveId" clId="{9D817B02-D236-4290-850F-55FAE27856B7}" dt="2026-09-26T02:01:12.270" v="2411" actId="478"/>
          <ac:picMkLst>
            <pc:docMk/>
            <pc:sldMk cId="3633516291" sldId="459"/>
            <ac:picMk id="36" creationId="{BEDF19D4-646F-8057-D65A-B5F306369C59}"/>
          </ac:picMkLst>
        </pc:picChg>
        <pc:picChg chg="add del mod">
          <ac:chgData name="Le TrungAnh" userId="bb30d883c0ddbca3" providerId="LiveId" clId="{9D817B02-D236-4290-850F-55FAE27856B7}" dt="2026-09-26T02:04:26.668" v="2530" actId="478"/>
          <ac:picMkLst>
            <pc:docMk/>
            <pc:sldMk cId="3633516291" sldId="459"/>
            <ac:picMk id="37" creationId="{DCC54396-DB91-F9C3-4021-11C0182EA1EE}"/>
          </ac:picMkLst>
        </pc:picChg>
        <pc:picChg chg="add mod">
          <ac:chgData name="Le TrungAnh" userId="bb30d883c0ddbca3" providerId="LiveId" clId="{9D817B02-D236-4290-850F-55FAE27856B7}" dt="2026-09-21T13:01:49.614" v="1303" actId="1076"/>
          <ac:picMkLst>
            <pc:docMk/>
            <pc:sldMk cId="3633516291" sldId="459"/>
            <ac:picMk id="40" creationId="{8658D442-A630-FC70-475B-B0A5BA91D212}"/>
          </ac:picMkLst>
        </pc:picChg>
        <pc:picChg chg="add mod">
          <ac:chgData name="Le TrungAnh" userId="bb30d883c0ddbca3" providerId="LiveId" clId="{9D817B02-D236-4290-850F-55FAE27856B7}" dt="2026-09-26T02:41:45.862" v="2658" actId="1035"/>
          <ac:picMkLst>
            <pc:docMk/>
            <pc:sldMk cId="3633516291" sldId="459"/>
            <ac:picMk id="43" creationId="{9F353374-FE7B-183C-A382-186ACAAD96FB}"/>
          </ac:picMkLst>
        </pc:picChg>
        <pc:picChg chg="add del mod">
          <ac:chgData name="Le TrungAnh" userId="bb30d883c0ddbca3" providerId="LiveId" clId="{9D817B02-D236-4290-850F-55FAE27856B7}" dt="2026-09-26T02:41:17.827" v="2620" actId="478"/>
          <ac:picMkLst>
            <pc:docMk/>
            <pc:sldMk cId="3633516291" sldId="459"/>
            <ac:picMk id="57" creationId="{CDB39925-C4E4-97EB-2D45-8C3A434D5B68}"/>
          </ac:picMkLst>
        </pc:picChg>
        <pc:picChg chg="add del mod ord">
          <ac:chgData name="Le TrungAnh" userId="bb30d883c0ddbca3" providerId="LiveId" clId="{9D817B02-D236-4290-850F-55FAE27856B7}" dt="2026-09-25T17:10:30.013" v="2403" actId="478"/>
          <ac:picMkLst>
            <pc:docMk/>
            <pc:sldMk cId="3633516291" sldId="459"/>
            <ac:picMk id="62" creationId="{443BCB12-EFCB-DB93-D3CC-80AA2C2EE379}"/>
          </ac:picMkLst>
        </pc:picChg>
        <pc:cxnChg chg="add">
          <ac:chgData name="Le TrungAnh" userId="bb30d883c0ddbca3" providerId="LiveId" clId="{9D817B02-D236-4290-850F-55FAE27856B7}" dt="2026-09-20T17:30:23.292" v="434" actId="11529"/>
          <ac:cxnSpMkLst>
            <pc:docMk/>
            <pc:sldMk cId="3633516291" sldId="459"/>
            <ac:cxnSpMk id="48" creationId="{21A35DA0-7999-9847-9501-565E507FF935}"/>
          </ac:cxnSpMkLst>
        </pc:cxnChg>
        <pc:cxnChg chg="add mod">
          <ac:chgData name="Le TrungAnh" userId="bb30d883c0ddbca3" providerId="LiveId" clId="{9D817B02-D236-4290-850F-55FAE27856B7}" dt="2026-09-20T17:46:47.042" v="700" actId="1036"/>
          <ac:cxnSpMkLst>
            <pc:docMk/>
            <pc:sldMk cId="3633516291" sldId="459"/>
            <ac:cxnSpMk id="49" creationId="{91877CFF-D261-7D7F-1A50-5F69CD7679A4}"/>
          </ac:cxnSpMkLst>
        </pc:cxnChg>
      </pc:sldChg>
      <pc:sldChg chg="addSp delSp modSp mod">
        <pc:chgData name="Le TrungAnh" userId="bb30d883c0ddbca3" providerId="LiveId" clId="{9D817B02-D236-4290-850F-55FAE27856B7}" dt="2026-09-22T15:48:59.566" v="1558" actId="1076"/>
        <pc:sldMkLst>
          <pc:docMk/>
          <pc:sldMk cId="1992635114" sldId="471"/>
        </pc:sldMkLst>
        <pc:spChg chg="mod">
          <ac:chgData name="Le TrungAnh" userId="bb30d883c0ddbca3" providerId="LiveId" clId="{9D817B02-D236-4290-850F-55FAE27856B7}" dt="2026-09-20T18:01:22.443" v="927" actId="1076"/>
          <ac:spMkLst>
            <pc:docMk/>
            <pc:sldMk cId="1992635114" sldId="471"/>
            <ac:spMk id="7" creationId="{A8116D6B-5D00-9783-1411-A674A4D42AA0}"/>
          </ac:spMkLst>
        </pc:spChg>
        <pc:spChg chg="add mod">
          <ac:chgData name="Le TrungAnh" userId="bb30d883c0ddbca3" providerId="LiveId" clId="{9D817B02-D236-4290-850F-55FAE27856B7}" dt="2026-09-22T15:43:16.750" v="1554" actId="1076"/>
          <ac:spMkLst>
            <pc:docMk/>
            <pc:sldMk cId="1992635114" sldId="471"/>
            <ac:spMk id="13" creationId="{C473A2E2-A0E0-E674-31AC-99ACBA3B82CF}"/>
          </ac:spMkLst>
        </pc:spChg>
        <pc:spChg chg="add mod">
          <ac:chgData name="Le TrungAnh" userId="bb30d883c0ddbca3" providerId="LiveId" clId="{9D817B02-D236-4290-850F-55FAE27856B7}" dt="2026-09-22T15:43:14.031" v="1553" actId="1076"/>
          <ac:spMkLst>
            <pc:docMk/>
            <pc:sldMk cId="1992635114" sldId="471"/>
            <ac:spMk id="15" creationId="{145F0111-891C-36DA-933A-8CD506518FF1}"/>
          </ac:spMkLst>
        </pc:spChg>
        <pc:spChg chg="add mod">
          <ac:chgData name="Le TrungAnh" userId="bb30d883c0ddbca3" providerId="LiveId" clId="{9D817B02-D236-4290-850F-55FAE27856B7}" dt="2026-09-20T18:02:58.762" v="938" actId="1076"/>
          <ac:spMkLst>
            <pc:docMk/>
            <pc:sldMk cId="1992635114" sldId="471"/>
            <ac:spMk id="41" creationId="{4A6C6627-BA08-2430-854F-99D6FBE0B9BC}"/>
          </ac:spMkLst>
        </pc:spChg>
        <pc:spChg chg="add mod">
          <ac:chgData name="Le TrungAnh" userId="bb30d883c0ddbca3" providerId="LiveId" clId="{9D817B02-D236-4290-850F-55FAE27856B7}" dt="2026-09-22T15:38:43.190" v="1457" actId="20577"/>
          <ac:spMkLst>
            <pc:docMk/>
            <pc:sldMk cId="1992635114" sldId="471"/>
            <ac:spMk id="42" creationId="{A6047925-8198-469D-EFB2-B8643D518545}"/>
          </ac:spMkLst>
        </pc:spChg>
        <pc:spChg chg="add mod">
          <ac:chgData name="Le TrungAnh" userId="bb30d883c0ddbca3" providerId="LiveId" clId="{9D817B02-D236-4290-850F-55FAE27856B7}" dt="2026-09-22T15:48:59.566" v="1558" actId="1076"/>
          <ac:spMkLst>
            <pc:docMk/>
            <pc:sldMk cId="1992635114" sldId="471"/>
            <ac:spMk id="44" creationId="{2CE02CAC-408C-C575-3311-916CC7ABB587}"/>
          </ac:spMkLst>
        </pc:spChg>
        <pc:spChg chg="add mod">
          <ac:chgData name="Le TrungAnh" userId="bb30d883c0ddbca3" providerId="LiveId" clId="{9D817B02-D236-4290-850F-55FAE27856B7}" dt="2026-09-20T18:01:47.753" v="934" actId="1076"/>
          <ac:spMkLst>
            <pc:docMk/>
            <pc:sldMk cId="1992635114" sldId="471"/>
            <ac:spMk id="47" creationId="{A210EAE8-4075-5E1C-4315-7910EFD711D0}"/>
          </ac:spMkLst>
        </pc:spChg>
        <pc:spChg chg="add mod">
          <ac:chgData name="Le TrungAnh" userId="bb30d883c0ddbca3" providerId="LiveId" clId="{9D817B02-D236-4290-850F-55FAE27856B7}" dt="2026-09-20T18:01:47.753" v="934" actId="1076"/>
          <ac:spMkLst>
            <pc:docMk/>
            <pc:sldMk cId="1992635114" sldId="471"/>
            <ac:spMk id="48" creationId="{D60BD27E-AC97-CE36-AEB2-E26526547A1E}"/>
          </ac:spMkLst>
        </pc:spChg>
        <pc:spChg chg="add mod">
          <ac:chgData name="Le TrungAnh" userId="bb30d883c0ddbca3" providerId="LiveId" clId="{9D817B02-D236-4290-850F-55FAE27856B7}" dt="2026-09-21T12:46:18.876" v="943" actId="1076"/>
          <ac:spMkLst>
            <pc:docMk/>
            <pc:sldMk cId="1992635114" sldId="471"/>
            <ac:spMk id="49" creationId="{8A3EA46B-A229-11FC-73E8-085A3768A22F}"/>
          </ac:spMkLst>
        </pc:spChg>
        <pc:picChg chg="add mod">
          <ac:chgData name="Le TrungAnh" userId="bb30d883c0ddbca3" providerId="LiveId" clId="{9D817B02-D236-4290-850F-55FAE27856B7}" dt="2026-09-22T15:41:56.230" v="1515" actId="14100"/>
          <ac:picMkLst>
            <pc:docMk/>
            <pc:sldMk cId="1992635114" sldId="471"/>
            <ac:picMk id="11" creationId="{B5A53D31-8D21-4553-A83F-09FB1C388CFE}"/>
          </ac:picMkLst>
        </pc:picChg>
        <pc:picChg chg="add mod">
          <ac:chgData name="Le TrungAnh" userId="bb30d883c0ddbca3" providerId="LiveId" clId="{9D817B02-D236-4290-850F-55FAE27856B7}" dt="2026-09-22T15:43:08.998" v="1552" actId="1038"/>
          <ac:picMkLst>
            <pc:docMk/>
            <pc:sldMk cId="1992635114" sldId="471"/>
            <ac:picMk id="12" creationId="{D2D5EE81-1541-51EC-28BA-867AB5E1D722}"/>
          </ac:picMkLst>
        </pc:picChg>
        <pc:picChg chg="add mod">
          <ac:chgData name="Le TrungAnh" userId="bb30d883c0ddbca3" providerId="LiveId" clId="{9D817B02-D236-4290-850F-55FAE27856B7}" dt="2026-09-22T15:43:08.998" v="1552" actId="1038"/>
          <ac:picMkLst>
            <pc:docMk/>
            <pc:sldMk cId="1992635114" sldId="471"/>
            <ac:picMk id="14" creationId="{CC7F17A0-47BB-4210-49AD-160CCA0FF5FF}"/>
          </ac:picMkLst>
        </pc:picChg>
        <pc:picChg chg="mod">
          <ac:chgData name="Le TrungAnh" userId="bb30d883c0ddbca3" providerId="LiveId" clId="{9D817B02-D236-4290-850F-55FAE27856B7}" dt="2026-09-20T18:01:37.779" v="930" actId="1076"/>
          <ac:picMkLst>
            <pc:docMk/>
            <pc:sldMk cId="1992635114" sldId="471"/>
            <ac:picMk id="43" creationId="{17CF074D-71CB-41B9-2EAE-BD44FCAFA252}"/>
          </ac:picMkLst>
        </pc:picChg>
        <pc:picChg chg="add mod">
          <ac:chgData name="Le TrungAnh" userId="bb30d883c0ddbca3" providerId="LiveId" clId="{9D817B02-D236-4290-850F-55FAE27856B7}" dt="2026-09-20T18:01:41.992" v="932" actId="1076"/>
          <ac:picMkLst>
            <pc:docMk/>
            <pc:sldMk cId="1992635114" sldId="471"/>
            <ac:picMk id="45" creationId="{6998CD29-7C95-2449-8C30-EC6ED69D591D}"/>
          </ac:picMkLst>
        </pc:picChg>
        <pc:picChg chg="mod">
          <ac:chgData name="Le TrungAnh" userId="bb30d883c0ddbca3" providerId="LiveId" clId="{9D817B02-D236-4290-850F-55FAE27856B7}" dt="2026-09-21T12:46:15.099" v="942" actId="1076"/>
          <ac:picMkLst>
            <pc:docMk/>
            <pc:sldMk cId="1992635114" sldId="471"/>
            <ac:picMk id="46" creationId="{7842F87C-1290-FE11-A856-A0B226DACC45}"/>
          </ac:picMkLst>
        </pc:picChg>
      </pc:sldChg>
      <pc:sldChg chg="addSp delSp modSp mod">
        <pc:chgData name="Le TrungAnh" userId="bb30d883c0ddbca3" providerId="LiveId" clId="{9D817B02-D236-4290-850F-55FAE27856B7}" dt="2026-09-26T02:06:41.279" v="2541" actId="1076"/>
        <pc:sldMkLst>
          <pc:docMk/>
          <pc:sldMk cId="386251083" sldId="480"/>
        </pc:sldMkLst>
        <pc:spChg chg="del">
          <ac:chgData name="Le TrungAnh" userId="bb30d883c0ddbca3" providerId="LiveId" clId="{9D817B02-D236-4290-850F-55FAE27856B7}" dt="2026-09-26T02:06:27.280" v="2538" actId="478"/>
          <ac:spMkLst>
            <pc:docMk/>
            <pc:sldMk cId="386251083" sldId="480"/>
            <ac:spMk id="13" creationId="{10B20CC9-3400-C210-57B2-FE1807124DF5}"/>
          </ac:spMkLst>
        </pc:spChg>
        <pc:spChg chg="del">
          <ac:chgData name="Le TrungAnh" userId="bb30d883c0ddbca3" providerId="LiveId" clId="{9D817B02-D236-4290-850F-55FAE27856B7}" dt="2026-09-26T02:06:27.280" v="2538" actId="478"/>
          <ac:spMkLst>
            <pc:docMk/>
            <pc:sldMk cId="386251083" sldId="480"/>
            <ac:spMk id="14" creationId="{8E787008-C199-CD32-2A25-7883E0CCBD4F}"/>
          </ac:spMkLst>
        </pc:spChg>
        <pc:spChg chg="del">
          <ac:chgData name="Le TrungAnh" userId="bb30d883c0ddbca3" providerId="LiveId" clId="{9D817B02-D236-4290-850F-55FAE27856B7}" dt="2026-09-26T02:06:27.280" v="2538" actId="478"/>
          <ac:spMkLst>
            <pc:docMk/>
            <pc:sldMk cId="386251083" sldId="480"/>
            <ac:spMk id="15" creationId="{047FC1B7-9BF0-5206-45D9-F415B28E64A8}"/>
          </ac:spMkLst>
        </pc:spChg>
        <pc:spChg chg="del">
          <ac:chgData name="Le TrungAnh" userId="bb30d883c0ddbca3" providerId="LiveId" clId="{9D817B02-D236-4290-850F-55FAE27856B7}" dt="2026-09-26T02:06:27.280" v="2538" actId="478"/>
          <ac:spMkLst>
            <pc:docMk/>
            <pc:sldMk cId="386251083" sldId="480"/>
            <ac:spMk id="16" creationId="{645ABD64-C10C-04C3-7D62-C7BD8CE1A756}"/>
          </ac:spMkLst>
        </pc:spChg>
        <pc:spChg chg="del">
          <ac:chgData name="Le TrungAnh" userId="bb30d883c0ddbca3" providerId="LiveId" clId="{9D817B02-D236-4290-850F-55FAE27856B7}" dt="2026-09-26T02:06:27.280" v="2538" actId="478"/>
          <ac:spMkLst>
            <pc:docMk/>
            <pc:sldMk cId="386251083" sldId="480"/>
            <ac:spMk id="17" creationId="{5A400205-F5B1-9100-8D4C-31BD24197E2B}"/>
          </ac:spMkLst>
        </pc:spChg>
        <pc:spChg chg="del">
          <ac:chgData name="Le TrungAnh" userId="bb30d883c0ddbca3" providerId="LiveId" clId="{9D817B02-D236-4290-850F-55FAE27856B7}" dt="2026-09-26T02:06:27.280" v="2538" actId="478"/>
          <ac:spMkLst>
            <pc:docMk/>
            <pc:sldMk cId="386251083" sldId="480"/>
            <ac:spMk id="27" creationId="{CE014403-D355-D044-AAA2-5F2F6106A370}"/>
          </ac:spMkLst>
        </pc:spChg>
        <pc:spChg chg="mod">
          <ac:chgData name="Le TrungAnh" userId="bb30d883c0ddbca3" providerId="LiveId" clId="{9D817B02-D236-4290-850F-55FAE27856B7}" dt="2026-09-26T02:06:41.279" v="2541" actId="1076"/>
          <ac:spMkLst>
            <pc:docMk/>
            <pc:sldMk cId="386251083" sldId="480"/>
            <ac:spMk id="29" creationId="{5904A92D-FE77-EC48-773F-003F774E8DE8}"/>
          </ac:spMkLst>
        </pc:spChg>
        <pc:picChg chg="mod">
          <ac:chgData name="Le TrungAnh" userId="bb30d883c0ddbca3" providerId="LiveId" clId="{9D817B02-D236-4290-850F-55FAE27856B7}" dt="2026-09-26T02:06:36.648" v="2540" actId="1076"/>
          <ac:picMkLst>
            <pc:docMk/>
            <pc:sldMk cId="386251083" sldId="480"/>
            <ac:picMk id="5" creationId="{BC110AB2-357A-3B36-CEC3-885CE1FF3C77}"/>
          </ac:picMkLst>
        </pc:picChg>
        <pc:picChg chg="add del">
          <ac:chgData name="Le TrungAnh" userId="bb30d883c0ddbca3" providerId="LiveId" clId="{9D817B02-D236-4290-850F-55FAE27856B7}" dt="2026-09-26T02:06:20.841" v="2537" actId="478"/>
          <ac:picMkLst>
            <pc:docMk/>
            <pc:sldMk cId="386251083" sldId="480"/>
            <ac:picMk id="7" creationId="{3D1FBB0C-5DD0-AEF3-5BFE-ADFCB3FA90A3}"/>
          </ac:picMkLst>
        </pc:picChg>
        <pc:cxnChg chg="del">
          <ac:chgData name="Le TrungAnh" userId="bb30d883c0ddbca3" providerId="LiveId" clId="{9D817B02-D236-4290-850F-55FAE27856B7}" dt="2026-09-26T02:06:27.280" v="2538" actId="478"/>
          <ac:cxnSpMkLst>
            <pc:docMk/>
            <pc:sldMk cId="386251083" sldId="480"/>
            <ac:cxnSpMk id="19" creationId="{29768846-960C-4781-BB8B-A50BCFB7B60C}"/>
          </ac:cxnSpMkLst>
        </pc:cxnChg>
        <pc:cxnChg chg="del">
          <ac:chgData name="Le TrungAnh" userId="bb30d883c0ddbca3" providerId="LiveId" clId="{9D817B02-D236-4290-850F-55FAE27856B7}" dt="2026-09-26T02:06:27.280" v="2538" actId="478"/>
          <ac:cxnSpMkLst>
            <pc:docMk/>
            <pc:sldMk cId="386251083" sldId="480"/>
            <ac:cxnSpMk id="22" creationId="{07188C33-97BF-6043-4D53-18E21820B251}"/>
          </ac:cxnSpMkLst>
        </pc:cxnChg>
        <pc:cxnChg chg="del">
          <ac:chgData name="Le TrungAnh" userId="bb30d883c0ddbca3" providerId="LiveId" clId="{9D817B02-D236-4290-850F-55FAE27856B7}" dt="2026-09-26T02:06:27.280" v="2538" actId="478"/>
          <ac:cxnSpMkLst>
            <pc:docMk/>
            <pc:sldMk cId="386251083" sldId="480"/>
            <ac:cxnSpMk id="26" creationId="{4C619CF6-E7E9-8793-4CDF-B73807F33294}"/>
          </ac:cxnSpMkLst>
        </pc:cxnChg>
      </pc:sldChg>
      <pc:sldChg chg="add del">
        <pc:chgData name="Le TrungAnh" userId="bb30d883c0ddbca3" providerId="LiveId" clId="{9D817B02-D236-4290-850F-55FAE27856B7}" dt="2026-09-22T16:52:16.509" v="2392" actId="47"/>
        <pc:sldMkLst>
          <pc:docMk/>
          <pc:sldMk cId="4008309790" sldId="489"/>
        </pc:sldMkLst>
      </pc:sldChg>
      <pc:sldChg chg="addSp delSp modSp add mod">
        <pc:chgData name="Le TrungAnh" userId="bb30d883c0ddbca3" providerId="LiveId" clId="{9D817B02-D236-4290-850F-55FAE27856B7}" dt="2026-09-26T02:14:01.922" v="2562" actId="20577"/>
        <pc:sldMkLst>
          <pc:docMk/>
          <pc:sldMk cId="2260706020" sldId="490"/>
        </pc:sldMkLst>
        <pc:spChg chg="mod">
          <ac:chgData name="Le TrungAnh" userId="bb30d883c0ddbca3" providerId="LiveId" clId="{9D817B02-D236-4290-850F-55FAE27856B7}" dt="2026-09-22T16:16:01.818" v="2377" actId="20577"/>
          <ac:spMkLst>
            <pc:docMk/>
            <pc:sldMk cId="2260706020" sldId="490"/>
            <ac:spMk id="7" creationId="{80748C9C-6919-1E6E-713B-F83C668DC560}"/>
          </ac:spMkLst>
        </pc:spChg>
        <pc:spChg chg="mod">
          <ac:chgData name="Le TrungAnh" userId="bb30d883c0ddbca3" providerId="LiveId" clId="{9D817B02-D236-4290-850F-55FAE27856B7}" dt="2026-09-26T02:14:01.922" v="2562" actId="20577"/>
          <ac:spMkLst>
            <pc:docMk/>
            <pc:sldMk cId="2260706020" sldId="490"/>
            <ac:spMk id="10" creationId="{B44EF6BE-F28F-0DF8-9D41-3E6902FCAC08}"/>
          </ac:spMkLst>
        </pc:spChg>
        <pc:picChg chg="add mod">
          <ac:chgData name="Le TrungAnh" userId="bb30d883c0ddbca3" providerId="LiveId" clId="{9D817B02-D236-4290-850F-55FAE27856B7}" dt="2026-09-26T02:13:23.310" v="2559" actId="1035"/>
          <ac:picMkLst>
            <pc:docMk/>
            <pc:sldMk cId="2260706020" sldId="490"/>
            <ac:picMk id="5" creationId="{26FFE358-319F-8EC6-7FDC-C86E68211764}"/>
          </ac:picMkLst>
        </pc:picChg>
        <pc:picChg chg="add del mod">
          <ac:chgData name="Le TrungAnh" userId="bb30d883c0ddbca3" providerId="LiveId" clId="{9D817B02-D236-4290-850F-55FAE27856B7}" dt="2026-09-26T02:12:24.005" v="2542" actId="478"/>
          <ac:picMkLst>
            <pc:docMk/>
            <pc:sldMk cId="2260706020" sldId="490"/>
            <ac:picMk id="11" creationId="{C8840A22-1E10-5B15-8D48-30CC484BD1F8}"/>
          </ac:picMkLst>
        </pc:picChg>
      </pc:sldChg>
      <pc:sldChg chg="addSp delSp modSp add mod modShow">
        <pc:chgData name="Le TrungAnh" userId="bb30d883c0ddbca3" providerId="LiveId" clId="{9D817B02-D236-4290-850F-55FAE27856B7}" dt="2026-09-25T16:45:40.513" v="2398" actId="729"/>
        <pc:sldMkLst>
          <pc:docMk/>
          <pc:sldMk cId="612261533" sldId="491"/>
        </pc:sldMkLst>
        <pc:spChg chg="add mod">
          <ac:chgData name="Le TrungAnh" userId="bb30d883c0ddbca3" providerId="LiveId" clId="{9D817B02-D236-4290-850F-55FAE27856B7}" dt="2026-09-21T13:08:02.784" v="1378" actId="14100"/>
          <ac:spMkLst>
            <pc:docMk/>
            <pc:sldMk cId="612261533" sldId="491"/>
            <ac:spMk id="3" creationId="{28577F41-B5CD-1307-3196-F2BA09BA22EA}"/>
          </ac:spMkLst>
        </pc:spChg>
        <pc:spChg chg="add mod">
          <ac:chgData name="Le TrungAnh" userId="bb30d883c0ddbca3" providerId="LiveId" clId="{9D817B02-D236-4290-850F-55FAE27856B7}" dt="2026-09-21T13:08:26.557" v="1396" actId="1035"/>
          <ac:spMkLst>
            <pc:docMk/>
            <pc:sldMk cId="612261533" sldId="491"/>
            <ac:spMk id="9" creationId="{9E0F38D8-A632-C9EB-97C2-5D32567F92C8}"/>
          </ac:spMkLst>
        </pc:spChg>
        <pc:spChg chg="add mod">
          <ac:chgData name="Le TrungAnh" userId="bb30d883c0ddbca3" providerId="LiveId" clId="{9D817B02-D236-4290-850F-55FAE27856B7}" dt="2026-09-21T13:09:12.078" v="1400" actId="14100"/>
          <ac:spMkLst>
            <pc:docMk/>
            <pc:sldMk cId="612261533" sldId="491"/>
            <ac:spMk id="12" creationId="{59F0DA18-84BC-1344-2096-6C68D2DB5ED2}"/>
          </ac:spMkLst>
        </pc:spChg>
        <pc:spChg chg="add mod">
          <ac:chgData name="Le TrungAnh" userId="bb30d883c0ddbca3" providerId="LiveId" clId="{9D817B02-D236-4290-850F-55FAE27856B7}" dt="2026-09-21T13:36:51.877" v="1413" actId="14100"/>
          <ac:spMkLst>
            <pc:docMk/>
            <pc:sldMk cId="612261533" sldId="491"/>
            <ac:spMk id="15" creationId="{042C33F4-F0E7-7A35-A134-46795124B40E}"/>
          </ac:spMkLst>
        </pc:spChg>
        <pc:spChg chg="add mod">
          <ac:chgData name="Le TrungAnh" userId="bb30d883c0ddbca3" providerId="LiveId" clId="{9D817B02-D236-4290-850F-55FAE27856B7}" dt="2026-09-21T13:36:48.454" v="1412" actId="1076"/>
          <ac:spMkLst>
            <pc:docMk/>
            <pc:sldMk cId="612261533" sldId="491"/>
            <ac:spMk id="16" creationId="{6394482F-C6D5-7ACC-158A-3844705BDF20}"/>
          </ac:spMkLst>
        </pc:spChg>
        <pc:graphicFrameChg chg="add mod">
          <ac:chgData name="Le TrungAnh" userId="bb30d883c0ddbca3" providerId="LiveId" clId="{9D817B02-D236-4290-850F-55FAE27856B7}" dt="2026-09-21T13:08:26.557" v="1396" actId="1035"/>
          <ac:graphicFrameMkLst>
            <pc:docMk/>
            <pc:sldMk cId="612261533" sldId="491"/>
            <ac:graphicFrameMk id="5" creationId="{77B11D64-695F-F2D4-E2B0-6A1D76F2DC99}"/>
          </ac:graphicFrameMkLst>
        </pc:graphicFrameChg>
        <pc:graphicFrameChg chg="add mod">
          <ac:chgData name="Le TrungAnh" userId="bb30d883c0ddbca3" providerId="LiveId" clId="{9D817B02-D236-4290-850F-55FAE27856B7}" dt="2026-09-21T13:09:02.606" v="1398" actId="1076"/>
          <ac:graphicFrameMkLst>
            <pc:docMk/>
            <pc:sldMk cId="612261533" sldId="491"/>
            <ac:graphicFrameMk id="10" creationId="{F282675B-3882-B3AF-1B4E-CA2C4CA4E96B}"/>
          </ac:graphicFrameMkLst>
        </pc:graphicFrameChg>
        <pc:graphicFrameChg chg="add mod">
          <ac:chgData name="Le TrungAnh" userId="bb30d883c0ddbca3" providerId="LiveId" clId="{9D817B02-D236-4290-850F-55FAE27856B7}" dt="2026-09-21T13:33:30.952" v="1408" actId="1076"/>
          <ac:graphicFrameMkLst>
            <pc:docMk/>
            <pc:sldMk cId="612261533" sldId="491"/>
            <ac:graphicFrameMk id="13" creationId="{351987BA-D385-848D-A676-774A2D4BD9C3}"/>
          </ac:graphicFrameMkLst>
        </pc:graphicFrameChg>
        <pc:graphicFrameChg chg="add mod">
          <ac:chgData name="Le TrungAnh" userId="bb30d883c0ddbca3" providerId="LiveId" clId="{9D817B02-D236-4290-850F-55FAE27856B7}" dt="2026-09-21T13:35:19.704" v="1410" actId="14100"/>
          <ac:graphicFrameMkLst>
            <pc:docMk/>
            <pc:sldMk cId="612261533" sldId="491"/>
            <ac:graphicFrameMk id="14" creationId="{91BF65D8-9610-84CC-E585-1812B29EA18C}"/>
          </ac:graphicFrameMkLst>
        </pc:graphicFrameChg>
        <pc:graphicFrameChg chg="add mod">
          <ac:chgData name="Le TrungAnh" userId="bb30d883c0ddbca3" providerId="LiveId" clId="{9D817B02-D236-4290-850F-55FAE27856B7}" dt="2026-09-21T13:36:48.454" v="1412" actId="1076"/>
          <ac:graphicFrameMkLst>
            <pc:docMk/>
            <pc:sldMk cId="612261533" sldId="491"/>
            <ac:graphicFrameMk id="17" creationId="{D021609E-EB09-3BDD-2455-75C3B6A78FB5}"/>
          </ac:graphicFrameMkLst>
        </pc:graphicFrameChg>
        <pc:graphicFrameChg chg="add mod">
          <ac:chgData name="Le TrungAnh" userId="bb30d883c0ddbca3" providerId="LiveId" clId="{9D817B02-D236-4290-850F-55FAE27856B7}" dt="2026-09-21T13:36:48.454" v="1412" actId="1076"/>
          <ac:graphicFrameMkLst>
            <pc:docMk/>
            <pc:sldMk cId="612261533" sldId="491"/>
            <ac:graphicFrameMk id="18" creationId="{90EB5E20-7543-DA49-B839-4984F407E17A}"/>
          </ac:graphicFrameMkLst>
        </pc:graphicFrameChg>
      </pc:sldChg>
      <pc:sldChg chg="addSp delSp modSp add mod">
        <pc:chgData name="Le TrungAnh" userId="bb30d883c0ddbca3" providerId="LiveId" clId="{9D817B02-D236-4290-850F-55FAE27856B7}" dt="2026-09-22T15:57:41.420" v="2140" actId="1035"/>
        <pc:sldMkLst>
          <pc:docMk/>
          <pc:sldMk cId="1521217725" sldId="494"/>
        </pc:sldMkLst>
        <pc:spChg chg="add mod">
          <ac:chgData name="Le TrungAnh" userId="bb30d883c0ddbca3" providerId="LiveId" clId="{9D817B02-D236-4290-850F-55FAE27856B7}" dt="2026-09-22T15:57:41.420" v="2140" actId="1035"/>
          <ac:spMkLst>
            <pc:docMk/>
            <pc:sldMk cId="1521217725" sldId="494"/>
            <ac:spMk id="14" creationId="{912F116C-E7E6-77BE-F36F-A6D0D0E13A76}"/>
          </ac:spMkLst>
        </pc:spChg>
        <pc:spChg chg="add mod">
          <ac:chgData name="Le TrungAnh" userId="bb30d883c0ddbca3" providerId="LiveId" clId="{9D817B02-D236-4290-850F-55FAE27856B7}" dt="2026-09-22T15:56:38.205" v="2054" actId="20577"/>
          <ac:spMkLst>
            <pc:docMk/>
            <pc:sldMk cId="1521217725" sldId="494"/>
            <ac:spMk id="16" creationId="{6AED7E66-1266-99FF-BA84-D160CCE4DAF1}"/>
          </ac:spMkLst>
        </pc:spChg>
        <pc:spChg chg="add mod">
          <ac:chgData name="Le TrungAnh" userId="bb30d883c0ddbca3" providerId="LiveId" clId="{9D817B02-D236-4290-850F-55FAE27856B7}" dt="2026-09-22T15:56:41.276" v="2060"/>
          <ac:spMkLst>
            <pc:docMk/>
            <pc:sldMk cId="1521217725" sldId="494"/>
            <ac:spMk id="19" creationId="{2EB8CA1B-D9B8-E8BF-154B-C4F669AB0292}"/>
          </ac:spMkLst>
        </pc:spChg>
        <pc:picChg chg="add mod">
          <ac:chgData name="Le TrungAnh" userId="bb30d883c0ddbca3" providerId="LiveId" clId="{9D817B02-D236-4290-850F-55FAE27856B7}" dt="2026-09-22T15:52:03.693" v="1634" actId="14100"/>
          <ac:picMkLst>
            <pc:docMk/>
            <pc:sldMk cId="1521217725" sldId="494"/>
            <ac:picMk id="5" creationId="{BF42CC33-94F3-B681-CE7D-023ED27BCCDF}"/>
          </ac:picMkLst>
        </pc:picChg>
        <pc:picChg chg="add mod">
          <ac:chgData name="Le TrungAnh" userId="bb30d883c0ddbca3" providerId="LiveId" clId="{9D817B02-D236-4290-850F-55FAE27856B7}" dt="2026-09-22T15:51:39.752" v="1585" actId="1076"/>
          <ac:picMkLst>
            <pc:docMk/>
            <pc:sldMk cId="1521217725" sldId="494"/>
            <ac:picMk id="8" creationId="{A113B6D2-A08A-A1A5-AFE5-73DE80E811B6}"/>
          </ac:picMkLst>
        </pc:picChg>
        <pc:picChg chg="add mod">
          <ac:chgData name="Le TrungAnh" userId="bb30d883c0ddbca3" providerId="LiveId" clId="{9D817B02-D236-4290-850F-55FAE27856B7}" dt="2026-09-22T15:51:50.985" v="1611" actId="1036"/>
          <ac:picMkLst>
            <pc:docMk/>
            <pc:sldMk cId="1521217725" sldId="494"/>
            <ac:picMk id="12" creationId="{3CDE6983-1341-C343-1CCD-B7FC2C2D7B67}"/>
          </ac:picMkLst>
        </pc:picChg>
        <pc:picChg chg="add mod">
          <ac:chgData name="Le TrungAnh" userId="bb30d883c0ddbca3" providerId="LiveId" clId="{9D817B02-D236-4290-850F-55FAE27856B7}" dt="2026-09-22T15:51:45.217" v="1587" actId="14100"/>
          <ac:picMkLst>
            <pc:docMk/>
            <pc:sldMk cId="1521217725" sldId="494"/>
            <ac:picMk id="13" creationId="{CDC45F1A-5EBD-4CB5-3148-6899C7716DC8}"/>
          </ac:picMkLst>
        </pc:picChg>
        <pc:picChg chg="add mod">
          <ac:chgData name="Le TrungAnh" userId="bb30d883c0ddbca3" providerId="LiveId" clId="{9D817B02-D236-4290-850F-55FAE27856B7}" dt="2026-09-22T15:56:13.149" v="2046" actId="1036"/>
          <ac:picMkLst>
            <pc:docMk/>
            <pc:sldMk cId="1521217725" sldId="494"/>
            <ac:picMk id="17" creationId="{36DBEAAF-0402-F40A-35D4-9BC3709F47D9}"/>
          </ac:picMkLst>
        </pc:picChg>
        <pc:picChg chg="add mod">
          <ac:chgData name="Le TrungAnh" userId="bb30d883c0ddbca3" providerId="LiveId" clId="{9D817B02-D236-4290-850F-55FAE27856B7}" dt="2026-09-22T15:56:24.210" v="2049" actId="1076"/>
          <ac:picMkLst>
            <pc:docMk/>
            <pc:sldMk cId="1521217725" sldId="494"/>
            <ac:picMk id="18" creationId="{AC7AEE17-787B-E786-2B46-00F4ACFD264B}"/>
          </ac:picMkLst>
        </pc:picChg>
        <pc:picChg chg="add mod">
          <ac:chgData name="Le TrungAnh" userId="bb30d883c0ddbca3" providerId="LiveId" clId="{9D817B02-D236-4290-850F-55FAE27856B7}" dt="2026-09-22T15:56:59.253" v="2063" actId="1036"/>
          <ac:picMkLst>
            <pc:docMk/>
            <pc:sldMk cId="1521217725" sldId="494"/>
            <ac:picMk id="20" creationId="{679B8C91-1E78-EF03-85BF-3D96A05596A1}"/>
          </ac:picMkLst>
        </pc:picChg>
        <pc:picChg chg="add mod">
          <ac:chgData name="Le TrungAnh" userId="bb30d883c0ddbca3" providerId="LiveId" clId="{9D817B02-D236-4290-850F-55FAE27856B7}" dt="2026-09-22T15:56:59.253" v="2063" actId="1036"/>
          <ac:picMkLst>
            <pc:docMk/>
            <pc:sldMk cId="1521217725" sldId="494"/>
            <ac:picMk id="21" creationId="{A9AA463E-BF15-2ADD-AC3F-4D7F448B9A01}"/>
          </ac:picMkLst>
        </pc:picChg>
        <pc:cxnChg chg="add mod">
          <ac:chgData name="Le TrungAnh" userId="bb30d883c0ddbca3" providerId="LiveId" clId="{9D817B02-D236-4290-850F-55FAE27856B7}" dt="2026-09-22T15:53:06.556" v="1677" actId="14100"/>
          <ac:cxnSpMkLst>
            <pc:docMk/>
            <pc:sldMk cId="1521217725" sldId="494"/>
            <ac:cxnSpMk id="10" creationId="{D9ABBCE4-0C9B-FA05-F2A7-E1320F5E4FB8}"/>
          </ac:cxnSpMkLst>
        </pc:cxnChg>
      </pc:sldChg>
      <pc:sldChg chg="add">
        <pc:chgData name="Le TrungAnh" userId="bb30d883c0ddbca3" providerId="LiveId" clId="{9D817B02-D236-4290-850F-55FAE27856B7}" dt="2026-09-26T02:14:14.269" v="2563"/>
        <pc:sldMkLst>
          <pc:docMk/>
          <pc:sldMk cId="330386371" sldId="49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9202" cy="512304"/>
          </a:xfrm>
          <a:prstGeom prst="rect">
            <a:avLst/>
          </a:prstGeom>
        </p:spPr>
        <p:txBody>
          <a:bodyPr vert="horz" lIns="94787" tIns="47393" rIns="94787" bIns="47393" rtlCol="0"/>
          <a:lstStyle>
            <a:lvl1pPr algn="l">
              <a:defRPr sz="1200"/>
            </a:lvl1pPr>
          </a:lstStyle>
          <a:p>
            <a:endParaRPr lang="en-US"/>
          </a:p>
        </p:txBody>
      </p:sp>
      <p:sp>
        <p:nvSpPr>
          <p:cNvPr id="3" name="Date Placeholder 2"/>
          <p:cNvSpPr>
            <a:spLocks noGrp="1"/>
          </p:cNvSpPr>
          <p:nvPr>
            <p:ph type="dt" idx="1"/>
          </p:nvPr>
        </p:nvSpPr>
        <p:spPr>
          <a:xfrm>
            <a:off x="4023203" y="0"/>
            <a:ext cx="3079202" cy="512304"/>
          </a:xfrm>
          <a:prstGeom prst="rect">
            <a:avLst/>
          </a:prstGeom>
        </p:spPr>
        <p:txBody>
          <a:bodyPr vert="horz" lIns="94787" tIns="47393" rIns="94787" bIns="47393" rtlCol="0"/>
          <a:lstStyle>
            <a:lvl1pPr algn="r">
              <a:defRPr sz="1200"/>
            </a:lvl1pPr>
          </a:lstStyle>
          <a:p>
            <a:fld id="{7B9A5B67-B68C-4AA8-8E74-611C336D462F}" type="datetimeFigureOut">
              <a:rPr lang="en-US" smtClean="0"/>
              <a:t>9/26/2026</a:t>
            </a:fld>
            <a:endParaRPr lang="en-US"/>
          </a:p>
        </p:txBody>
      </p:sp>
      <p:sp>
        <p:nvSpPr>
          <p:cNvPr id="4" name="Slide Image Placeholder 3"/>
          <p:cNvSpPr>
            <a:spLocks noGrp="1" noRot="1" noChangeAspect="1"/>
          </p:cNvSpPr>
          <p:nvPr>
            <p:ph type="sldImg" idx="2"/>
          </p:nvPr>
        </p:nvSpPr>
        <p:spPr>
          <a:xfrm>
            <a:off x="482600" y="1279525"/>
            <a:ext cx="6138863" cy="3454400"/>
          </a:xfrm>
          <a:prstGeom prst="rect">
            <a:avLst/>
          </a:prstGeom>
          <a:noFill/>
          <a:ln w="12700">
            <a:solidFill>
              <a:prstClr val="black"/>
            </a:solidFill>
          </a:ln>
        </p:spPr>
        <p:txBody>
          <a:bodyPr vert="horz" lIns="94787" tIns="47393" rIns="94787" bIns="47393" rtlCol="0" anchor="ctr"/>
          <a:lstStyle/>
          <a:p>
            <a:endParaRPr lang="en-US"/>
          </a:p>
        </p:txBody>
      </p:sp>
      <p:sp>
        <p:nvSpPr>
          <p:cNvPr id="5" name="Notes Placeholder 4"/>
          <p:cNvSpPr>
            <a:spLocks noGrp="1"/>
          </p:cNvSpPr>
          <p:nvPr>
            <p:ph type="body" sz="quarter" idx="3"/>
          </p:nvPr>
        </p:nvSpPr>
        <p:spPr>
          <a:xfrm>
            <a:off x="710075" y="4924989"/>
            <a:ext cx="5683914" cy="4029684"/>
          </a:xfrm>
          <a:prstGeom prst="rect">
            <a:avLst/>
          </a:prstGeom>
        </p:spPr>
        <p:txBody>
          <a:bodyPr vert="horz" lIns="94787" tIns="47393" rIns="94787" bIns="4739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2309"/>
            <a:ext cx="3079202" cy="512304"/>
          </a:xfrm>
          <a:prstGeom prst="rect">
            <a:avLst/>
          </a:prstGeom>
        </p:spPr>
        <p:txBody>
          <a:bodyPr vert="horz" lIns="94787" tIns="47393" rIns="94787" bIns="47393" rtlCol="0" anchor="b"/>
          <a:lstStyle>
            <a:lvl1pPr algn="l">
              <a:defRPr sz="1200"/>
            </a:lvl1pPr>
          </a:lstStyle>
          <a:p>
            <a:endParaRPr lang="en-US"/>
          </a:p>
        </p:txBody>
      </p:sp>
      <p:sp>
        <p:nvSpPr>
          <p:cNvPr id="7" name="Slide Number Placeholder 6"/>
          <p:cNvSpPr>
            <a:spLocks noGrp="1"/>
          </p:cNvSpPr>
          <p:nvPr>
            <p:ph type="sldNum" sz="quarter" idx="5"/>
          </p:nvPr>
        </p:nvSpPr>
        <p:spPr>
          <a:xfrm>
            <a:off x="4023203" y="9722309"/>
            <a:ext cx="3079202" cy="512304"/>
          </a:xfrm>
          <a:prstGeom prst="rect">
            <a:avLst/>
          </a:prstGeom>
        </p:spPr>
        <p:txBody>
          <a:bodyPr vert="horz" lIns="94787" tIns="47393" rIns="94787" bIns="47393" rtlCol="0" anchor="b"/>
          <a:lstStyle>
            <a:lvl1pPr algn="r">
              <a:defRPr sz="1200"/>
            </a:lvl1pPr>
          </a:lstStyle>
          <a:p>
            <a:fld id="{65670BB1-B8A8-4B79-B7E7-101E694177DC}" type="slidenum">
              <a:rPr lang="en-US" smtClean="0"/>
              <a:t>‹#›</a:t>
            </a:fld>
            <a:endParaRPr lang="en-US"/>
          </a:p>
        </p:txBody>
      </p:sp>
    </p:spTree>
    <p:extLst>
      <p:ext uri="{BB962C8B-B14F-4D97-AF65-F5344CB8AC3E}">
        <p14:creationId xmlns:p14="http://schemas.microsoft.com/office/powerpoint/2010/main" val="2250392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a:t>Microgrid là hệ thống điện bao gồm nhiều nguồn phát phân tán như điện mặt trời, điện gió hay hệ thống lưu trữ năng lượng. Các nguồn này thường kết nối với lưới AC thông qua các bộ nghịch lưu nguồn áp. Khi nhiều inverter cùng hoạt động song song, hệ thống phải giải quyết ba vấn đề chính. Thứ nhất là chia sẻ công suất giữa các inverter. Thứ hai là đồng bộ điện áp, tần số và góc pha. Và cuối cùng là đảm bảo ổn định khi đóng cắt hoặc khi bổ sung thêm nguồn mới. Để giải quyết các yêu cầu này, đề tài lựa chọn bộ điều khiển VOC vì đây là phương pháp điều khiển phân tán, không cần truyền thông giữa các inverter, có khả năng tự đồng bộ và chia sẻ công suất với cấu trúc điều khiển tương đối đơn giản.</a:t>
            </a:r>
          </a:p>
          <a:p>
            <a:endParaRPr lang="en-US"/>
          </a:p>
        </p:txBody>
      </p:sp>
      <p:sp>
        <p:nvSpPr>
          <p:cNvPr id="4" name="Chỗ dành sẵn cho Số hiệu Bản chiếu 3"/>
          <p:cNvSpPr>
            <a:spLocks noGrp="1"/>
          </p:cNvSpPr>
          <p:nvPr>
            <p:ph type="sldNum" sz="quarter" idx="5"/>
          </p:nvPr>
        </p:nvSpPr>
        <p:spPr/>
        <p:txBody>
          <a:bodyPr/>
          <a:lstStyle/>
          <a:p>
            <a:fld id="{65670BB1-B8A8-4B79-B7E7-101E694177DC}" type="slidenum">
              <a:rPr lang="en-US" smtClean="0"/>
              <a:t>3</a:t>
            </a:fld>
            <a:endParaRPr lang="en-US"/>
          </a:p>
        </p:txBody>
      </p:sp>
    </p:spTree>
    <p:extLst>
      <p:ext uri="{BB962C8B-B14F-4D97-AF65-F5344CB8AC3E}">
        <p14:creationId xmlns:p14="http://schemas.microsoft.com/office/powerpoint/2010/main" val="217809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Chỗ dành sẵn cho Ghi chú 2"/>
              <p:cNvSpPr>
                <a:spLocks noGrp="1"/>
              </p:cNvSpPr>
              <p:nvPr>
                <p:ph type="body" idx="1"/>
              </p:nvPr>
            </p:nvSpPr>
            <p:spPr/>
            <p:txBody>
              <a:bodyPr/>
              <a:lstStyle/>
              <a:p>
                <a:r>
                  <a:rPr lang="en-US"/>
                  <a:t>Từ mô hình dao động, em xây dựng phương trình động học của bộ VOC.</a:t>
                </a:r>
                <a:r>
                  <a:rPr lang="en-US" baseline="0"/>
                  <a:t> </a:t>
                </a:r>
                <a:r>
                  <a:rPr lang="en-US"/>
                  <a:t>Từ phương</a:t>
                </a:r>
                <a:r>
                  <a:rPr lang="en-US" baseline="0"/>
                  <a:t> trình 6 </a:t>
                </a:r>
                <a:r>
                  <a:rPr lang="en-US"/>
                  <a:t>thực hiện chuyển sang hệ tọa độ cực để thu được phương</a:t>
                </a:r>
                <a:r>
                  <a:rPr lang="en-US" baseline="0"/>
                  <a:t> trình 8 là mô hình động học của VOC</a:t>
                </a:r>
                <a:r>
                  <a:rPr lang="en-US"/>
                  <a:t>.</a:t>
                </a:r>
                <a:r>
                  <a:rPr lang="en-US" baseline="0"/>
                  <a:t> </a:t>
                </a:r>
                <a:r>
                  <a:rPr lang="en-US"/>
                  <a:t>Phân tích tại điểm cân bằng để</a:t>
                </a:r>
                <a:r>
                  <a:rPr lang="en-US" baseline="0"/>
                  <a:t> </a:t>
                </a:r>
                <a:r>
                  <a:rPr lang="en-US"/>
                  <a:t>suy ra đặc tính điện áp và tần số của bộ điều khiển.</a:t>
                </a:r>
                <a:r>
                  <a:rPr lang="en-US" baseline="0"/>
                  <a:t> </a:t>
                </a:r>
                <a:r>
                  <a:rPr lang="en-US"/>
                  <a:t>Từ phương</a:t>
                </a:r>
                <a:r>
                  <a:rPr lang="en-US" baseline="0"/>
                  <a:t> trình đặc tính điện áp, ta thấy </a:t>
                </a:r>
                <a:r>
                  <a:rPr lang="en-US"/>
                  <a:t>tỷ lệ chia sẻ công suất của hai inverter phụ thuộc trực tiếp vào tỷ lệ giữa các hệ số </a:t>
                </a:r>
                <a14:m>
                  <m:oMath xmlns:m="http://schemas.openxmlformats.org/officeDocument/2006/math">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𝑘</m:t>
                        </m:r>
                      </m:e>
                      <m:sub>
                        <m:r>
                          <a:rPr lang="en-US" sz="1200" i="1" kern="1200">
                            <a:solidFill>
                              <a:schemeClr val="tx1"/>
                            </a:solidFill>
                            <a:latin typeface="Cambria Math" panose="02040503050406030204" pitchFamily="18" charset="0"/>
                            <a:ea typeface="+mn-ea"/>
                            <a:cs typeface="+mn-cs"/>
                          </a:rPr>
                          <m:t>𝑖</m:t>
                        </m:r>
                      </m:sub>
                    </m:sSub>
                  </m:oMath>
                </a14:m>
                <a:r>
                  <a:rPr lang="en-US"/>
                  <a:t>. Điều này cho phép thiết lập trước tỷ lệ chia sẻ công suất mong muốn thông qua việc lựa chọn tham số điều khiển</a:t>
                </a:r>
              </a:p>
              <a:p>
                <a:endParaRPr lang="en-US"/>
              </a:p>
            </p:txBody>
          </p:sp>
        </mc:Choice>
        <mc:Fallback xmlns="">
          <p:sp>
            <p:nvSpPr>
              <p:cNvPr id="3" name="Chỗ dành sẵn cho Ghi chú 2"/>
              <p:cNvSpPr>
                <a:spLocks noGrp="1"/>
              </p:cNvSpPr>
              <p:nvPr>
                <p:ph type="body" idx="1"/>
              </p:nvPr>
            </p:nvSpPr>
            <p:spPr/>
            <p:txBody>
              <a:bodyPr/>
              <a:lstStyle/>
              <a:p>
                <a:r>
                  <a:rPr lang="en-US"/>
                  <a:t>Từ mô hình dao động, em xây dựng phương trình động học của bộ VOC.</a:t>
                </a:r>
                <a:r>
                  <a:rPr lang="en-US" baseline="0"/>
                  <a:t> </a:t>
                </a:r>
                <a:r>
                  <a:rPr lang="en-US"/>
                  <a:t>Sau đó thực hiện chuyển sang hệ tọa độ cực để thu được phương trình mô tả sự thay đổi của biên độ điện áp và góc pha.</a:t>
                </a:r>
                <a:r>
                  <a:rPr lang="en-US" baseline="0"/>
                  <a:t> </a:t>
                </a:r>
                <a:r>
                  <a:rPr lang="en-US"/>
                  <a:t>Phân tích tại điểm cân bằng cho phép suy ra đặc tính điện áp và tần số của bộ điều khiển.</a:t>
                </a:r>
                <a:r>
                  <a:rPr lang="en-US" baseline="0"/>
                  <a:t> </a:t>
                </a:r>
                <a:r>
                  <a:rPr lang="en-US"/>
                  <a:t>Quan trọng hơn, từ các biểu thức này có thể chứng minh rằng tỷ lệ chia sẻ công suất của hai inverter phụ thuộc trực tiếp vào tỷ lệ giữa các hệ số </a:t>
                </a:r>
                <a:r>
                  <a:rPr lang="en-US" sz="1200" i="0" kern="1200">
                    <a:solidFill>
                      <a:schemeClr val="tx1"/>
                    </a:solidFill>
                    <a:latin typeface="+mn-lt"/>
                    <a:ea typeface="+mn-ea"/>
                    <a:cs typeface="+mn-cs"/>
                  </a:rPr>
                  <a:t>𝑘_𝑖</a:t>
                </a:r>
                <a:r>
                  <a:rPr lang="en-US"/>
                  <a:t>. Điều này cho phép thiết lập trước tỷ lệ chia sẻ công suất mong muốn thông qua việc lựa chọn tham số điều khiển</a:t>
                </a:r>
              </a:p>
              <a:p>
                <a:endParaRPr lang="en-US"/>
              </a:p>
            </p:txBody>
          </p:sp>
        </mc:Fallback>
      </mc:AlternateContent>
      <p:sp>
        <p:nvSpPr>
          <p:cNvPr id="4" name="Chỗ dành sẵn cho Số hiệu Bản chiếu 3"/>
          <p:cNvSpPr>
            <a:spLocks noGrp="1"/>
          </p:cNvSpPr>
          <p:nvPr>
            <p:ph type="sldNum" sz="quarter" idx="5"/>
          </p:nvPr>
        </p:nvSpPr>
        <p:spPr/>
        <p:txBody>
          <a:bodyPr/>
          <a:lstStyle/>
          <a:p>
            <a:fld id="{65670BB1-B8A8-4B79-B7E7-101E694177DC}" type="slidenum">
              <a:rPr lang="en-US" smtClean="0"/>
              <a:t>4</a:t>
            </a:fld>
            <a:endParaRPr lang="en-US"/>
          </a:p>
        </p:txBody>
      </p:sp>
    </p:spTree>
    <p:extLst>
      <p:ext uri="{BB962C8B-B14F-4D97-AF65-F5344CB8AC3E}">
        <p14:creationId xmlns:p14="http://schemas.microsoft.com/office/powerpoint/2010/main" val="1599080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2FD88-A9FA-E04B-1F8B-7281C9FE64FB}"/>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331645EA-91BB-8E9C-0CDC-112720B30DF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Chỗ dành sẵn cho Ghi chú 2">
                <a:extLst>
                  <a:ext uri="{FF2B5EF4-FFF2-40B4-BE49-F238E27FC236}">
                    <a16:creationId xmlns:a16="http://schemas.microsoft.com/office/drawing/2014/main" id="{E46592F2-1D45-97CB-0AFB-93C7EEF84B38}"/>
                  </a:ext>
                </a:extLst>
              </p:cNvPr>
              <p:cNvSpPr>
                <a:spLocks noGrp="1"/>
              </p:cNvSpPr>
              <p:nvPr>
                <p:ph type="body" idx="1"/>
              </p:nvPr>
            </p:nvSpPr>
            <p:spPr/>
            <p:txBody>
              <a:bodyPr/>
              <a:lstStyle/>
              <a:p>
                <a:r>
                  <a:rPr lang="en-US"/>
                  <a:t>Từ mô hình dao động, em xây dựng phương trình động học của bộ VOC.</a:t>
                </a:r>
                <a:r>
                  <a:rPr lang="en-US" baseline="0"/>
                  <a:t> </a:t>
                </a:r>
                <a:r>
                  <a:rPr lang="en-US"/>
                  <a:t>Từ phương</a:t>
                </a:r>
                <a:r>
                  <a:rPr lang="en-US" baseline="0"/>
                  <a:t> trình 6 </a:t>
                </a:r>
                <a:r>
                  <a:rPr lang="en-US"/>
                  <a:t>thực hiện chuyển sang hệ tọa độ cực để thu được phương</a:t>
                </a:r>
                <a:r>
                  <a:rPr lang="en-US" baseline="0"/>
                  <a:t> trình 8 là mô hình động học của VOC</a:t>
                </a:r>
                <a:r>
                  <a:rPr lang="en-US"/>
                  <a:t>.</a:t>
                </a:r>
                <a:r>
                  <a:rPr lang="en-US" baseline="0"/>
                  <a:t> </a:t>
                </a:r>
                <a:r>
                  <a:rPr lang="en-US"/>
                  <a:t>Phân tích tại điểm cân bằng để</a:t>
                </a:r>
                <a:r>
                  <a:rPr lang="en-US" baseline="0"/>
                  <a:t> </a:t>
                </a:r>
                <a:r>
                  <a:rPr lang="en-US"/>
                  <a:t>suy ra đặc tính điện áp và tần số của bộ điều khiển.</a:t>
                </a:r>
                <a:r>
                  <a:rPr lang="en-US" baseline="0"/>
                  <a:t> </a:t>
                </a:r>
                <a:r>
                  <a:rPr lang="en-US"/>
                  <a:t>Từ phương</a:t>
                </a:r>
                <a:r>
                  <a:rPr lang="en-US" baseline="0"/>
                  <a:t> trình đặc tính điện áp, ta thấy </a:t>
                </a:r>
                <a:r>
                  <a:rPr lang="en-US"/>
                  <a:t>tỷ lệ chia sẻ công suất của hai inverter phụ thuộc trực tiếp vào tỷ lệ giữa các hệ số </a:t>
                </a:r>
                <a14:m>
                  <m:oMath xmlns:m="http://schemas.openxmlformats.org/officeDocument/2006/math">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𝑘</m:t>
                        </m:r>
                      </m:e>
                      <m:sub>
                        <m:r>
                          <a:rPr lang="en-US" sz="1200" i="1" kern="1200">
                            <a:solidFill>
                              <a:schemeClr val="tx1"/>
                            </a:solidFill>
                            <a:latin typeface="Cambria Math" panose="02040503050406030204" pitchFamily="18" charset="0"/>
                            <a:ea typeface="+mn-ea"/>
                            <a:cs typeface="+mn-cs"/>
                          </a:rPr>
                          <m:t>𝑖</m:t>
                        </m:r>
                      </m:sub>
                    </m:sSub>
                  </m:oMath>
                </a14:m>
                <a:r>
                  <a:rPr lang="en-US"/>
                  <a:t>. Điều này cho phép thiết lập trước tỷ lệ chia sẻ công suất mong muốn thông qua việc lựa chọn tham số điều khiển</a:t>
                </a:r>
              </a:p>
              <a:p>
                <a:endParaRPr lang="en-US"/>
              </a:p>
            </p:txBody>
          </p:sp>
        </mc:Choice>
        <mc:Fallback xmlns="">
          <p:sp>
            <p:nvSpPr>
              <p:cNvPr id="3" name="Chỗ dành sẵn cho Ghi chú 2"/>
              <p:cNvSpPr>
                <a:spLocks noGrp="1"/>
              </p:cNvSpPr>
              <p:nvPr>
                <p:ph type="body" idx="1"/>
              </p:nvPr>
            </p:nvSpPr>
            <p:spPr/>
            <p:txBody>
              <a:bodyPr/>
              <a:lstStyle/>
              <a:p>
                <a:r>
                  <a:rPr lang="en-US"/>
                  <a:t>Từ mô hình dao động, em xây dựng phương trình động học của bộ VOC.</a:t>
                </a:r>
                <a:r>
                  <a:rPr lang="en-US" baseline="0"/>
                  <a:t> </a:t>
                </a:r>
                <a:r>
                  <a:rPr lang="en-US"/>
                  <a:t>Sau đó thực hiện chuyển sang hệ tọa độ cực để thu được phương trình mô tả sự thay đổi của biên độ điện áp và góc pha.</a:t>
                </a:r>
                <a:r>
                  <a:rPr lang="en-US" baseline="0"/>
                  <a:t> </a:t>
                </a:r>
                <a:r>
                  <a:rPr lang="en-US"/>
                  <a:t>Phân tích tại điểm cân bằng cho phép suy ra đặc tính điện áp và tần số của bộ điều khiển.</a:t>
                </a:r>
                <a:r>
                  <a:rPr lang="en-US" baseline="0"/>
                  <a:t> </a:t>
                </a:r>
                <a:r>
                  <a:rPr lang="en-US"/>
                  <a:t>Quan trọng hơn, từ các biểu thức này có thể chứng minh rằng tỷ lệ chia sẻ công suất của hai inverter phụ thuộc trực tiếp vào tỷ lệ giữa các hệ số </a:t>
                </a:r>
                <a:r>
                  <a:rPr lang="en-US" sz="1200" i="0" kern="1200">
                    <a:solidFill>
                      <a:schemeClr val="tx1"/>
                    </a:solidFill>
                    <a:latin typeface="+mn-lt"/>
                    <a:ea typeface="+mn-ea"/>
                    <a:cs typeface="+mn-cs"/>
                  </a:rPr>
                  <a:t>𝑘_𝑖</a:t>
                </a:r>
                <a:r>
                  <a:rPr lang="en-US"/>
                  <a:t>. Điều này cho phép thiết lập trước tỷ lệ chia sẻ công suất mong muốn thông qua việc lựa chọn tham số điều khiển</a:t>
                </a:r>
              </a:p>
              <a:p>
                <a:endParaRPr lang="en-US"/>
              </a:p>
            </p:txBody>
          </p:sp>
        </mc:Fallback>
      </mc:AlternateContent>
      <p:sp>
        <p:nvSpPr>
          <p:cNvPr id="4" name="Chỗ dành sẵn cho Số hiệu Bản chiếu 3">
            <a:extLst>
              <a:ext uri="{FF2B5EF4-FFF2-40B4-BE49-F238E27FC236}">
                <a16:creationId xmlns:a16="http://schemas.microsoft.com/office/drawing/2014/main" id="{733B40AC-9C11-1686-D73C-AB84CBD647E7}"/>
              </a:ext>
            </a:extLst>
          </p:cNvPr>
          <p:cNvSpPr>
            <a:spLocks noGrp="1"/>
          </p:cNvSpPr>
          <p:nvPr>
            <p:ph type="sldNum" sz="quarter" idx="5"/>
          </p:nvPr>
        </p:nvSpPr>
        <p:spPr/>
        <p:txBody>
          <a:bodyPr/>
          <a:lstStyle/>
          <a:p>
            <a:fld id="{65670BB1-B8A8-4B79-B7E7-101E694177DC}" type="slidenum">
              <a:rPr lang="en-US" smtClean="0"/>
              <a:t>5</a:t>
            </a:fld>
            <a:endParaRPr lang="en-US"/>
          </a:p>
        </p:txBody>
      </p:sp>
    </p:spTree>
    <p:extLst>
      <p:ext uri="{BB962C8B-B14F-4D97-AF65-F5344CB8AC3E}">
        <p14:creationId xmlns:p14="http://schemas.microsoft.com/office/powerpoint/2010/main" val="3899381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F7217-E64A-42BA-9C9B-31BC5DF944A2}"/>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EB66940F-42D0-D0E7-F321-D44AB42540F4}"/>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9944EE5B-C78F-0E31-66C1-531F2EE6E9F2}"/>
              </a:ext>
            </a:extLst>
          </p:cNvPr>
          <p:cNvSpPr>
            <a:spLocks noGrp="1"/>
          </p:cNvSpPr>
          <p:nvPr>
            <p:ph type="body" idx="1"/>
          </p:nvPr>
        </p:nvSpPr>
        <p:spPr/>
        <p:txBody>
          <a:bodyPr/>
          <a:lstStyle/>
          <a:p>
            <a:endParaRPr lang="en-US"/>
          </a:p>
        </p:txBody>
      </p:sp>
      <p:sp>
        <p:nvSpPr>
          <p:cNvPr id="4" name="Chỗ dành sẵn cho Số hiệu Bản chiếu 3">
            <a:extLst>
              <a:ext uri="{FF2B5EF4-FFF2-40B4-BE49-F238E27FC236}">
                <a16:creationId xmlns:a16="http://schemas.microsoft.com/office/drawing/2014/main" id="{5CAA2C5F-3985-9025-2991-49F88527EF87}"/>
              </a:ext>
            </a:extLst>
          </p:cNvPr>
          <p:cNvSpPr>
            <a:spLocks noGrp="1"/>
          </p:cNvSpPr>
          <p:nvPr>
            <p:ph type="sldNum" sz="quarter" idx="5"/>
          </p:nvPr>
        </p:nvSpPr>
        <p:spPr/>
        <p:txBody>
          <a:bodyPr/>
          <a:lstStyle/>
          <a:p>
            <a:fld id="{65670BB1-B8A8-4B79-B7E7-101E694177DC}" type="slidenum">
              <a:rPr lang="en-US" smtClean="0"/>
              <a:t>6</a:t>
            </a:fld>
            <a:endParaRPr lang="en-US"/>
          </a:p>
        </p:txBody>
      </p:sp>
    </p:spTree>
    <p:extLst>
      <p:ext uri="{BB962C8B-B14F-4D97-AF65-F5344CB8AC3E}">
        <p14:creationId xmlns:p14="http://schemas.microsoft.com/office/powerpoint/2010/main" val="3844359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a:t>Sau khi kiểm chứng trên mô phỏng, em tiến hành triển khai trên hệ thôgns thực nghiệm. Toàn bộ hệ thống được chia thành hai phần. Phần thứ nhất là thuật toán điều khiển được xây dựng bằng phương pháp Model-Based Design trên Matlab/Simulink và sinh mã tự động xuống vi điều khiển. Phần thứ hai là hệ thống phần cứng gồm mạch lực, mạch driver, mạch đo lường và tải</a:t>
            </a:r>
          </a:p>
        </p:txBody>
      </p:sp>
      <p:sp>
        <p:nvSpPr>
          <p:cNvPr id="4" name="Chỗ dành sẵn cho Số hiệu Bản chiếu 3"/>
          <p:cNvSpPr>
            <a:spLocks noGrp="1"/>
          </p:cNvSpPr>
          <p:nvPr>
            <p:ph type="sldNum" sz="quarter" idx="5"/>
          </p:nvPr>
        </p:nvSpPr>
        <p:spPr/>
        <p:txBody>
          <a:bodyPr/>
          <a:lstStyle/>
          <a:p>
            <a:fld id="{65670BB1-B8A8-4B79-B7E7-101E694177DC}" type="slidenum">
              <a:rPr lang="en-US" smtClean="0"/>
              <a:t>7</a:t>
            </a:fld>
            <a:endParaRPr lang="en-US"/>
          </a:p>
        </p:txBody>
      </p:sp>
    </p:spTree>
    <p:extLst>
      <p:ext uri="{BB962C8B-B14F-4D97-AF65-F5344CB8AC3E}">
        <p14:creationId xmlns:p14="http://schemas.microsoft.com/office/powerpoint/2010/main" val="1216598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16DD6-2526-CED5-AF48-235A691B19F3}"/>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4A47C739-4E2B-FA77-2D2C-777E5EB4EBE0}"/>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5B232C2B-E0D2-04A2-2E00-CF77EFF683D2}"/>
              </a:ext>
            </a:extLst>
          </p:cNvPr>
          <p:cNvSpPr>
            <a:spLocks noGrp="1"/>
          </p:cNvSpPr>
          <p:nvPr>
            <p:ph type="body" idx="1"/>
          </p:nvPr>
        </p:nvSpPr>
        <p:spPr/>
        <p:txBody>
          <a:bodyPr/>
          <a:lstStyle/>
          <a:p>
            <a:r>
              <a:rPr lang="en-US"/>
              <a:t>Sau khi kiểm chứng trên mô phỏng, em tiến hành triển khai trên hệ thôgns thực nghiệm. Toàn bộ hệ thống được chia thành hai phần. Phần thứ nhất là thuật toán điều khiển được xây dựng bằng phương pháp Model-Based Design trên Matlab/Simulink và sinh mã tự động xuống vi điều khiển. Phần thứ hai là hệ thống phần cứng gồm mạch lực, mạch driver, mạch đo lường và tải</a:t>
            </a:r>
          </a:p>
        </p:txBody>
      </p:sp>
      <p:sp>
        <p:nvSpPr>
          <p:cNvPr id="4" name="Chỗ dành sẵn cho Số hiệu Bản chiếu 3">
            <a:extLst>
              <a:ext uri="{FF2B5EF4-FFF2-40B4-BE49-F238E27FC236}">
                <a16:creationId xmlns:a16="http://schemas.microsoft.com/office/drawing/2014/main" id="{6E15FDB1-262F-C599-3564-01AF21CE1CE5}"/>
              </a:ext>
            </a:extLst>
          </p:cNvPr>
          <p:cNvSpPr>
            <a:spLocks noGrp="1"/>
          </p:cNvSpPr>
          <p:nvPr>
            <p:ph type="sldNum" sz="quarter" idx="5"/>
          </p:nvPr>
        </p:nvSpPr>
        <p:spPr/>
        <p:txBody>
          <a:bodyPr/>
          <a:lstStyle/>
          <a:p>
            <a:fld id="{65670BB1-B8A8-4B79-B7E7-101E694177DC}" type="slidenum">
              <a:rPr lang="en-US" smtClean="0"/>
              <a:t>8</a:t>
            </a:fld>
            <a:endParaRPr lang="en-US"/>
          </a:p>
        </p:txBody>
      </p:sp>
    </p:spTree>
    <p:extLst>
      <p:ext uri="{BB962C8B-B14F-4D97-AF65-F5344CB8AC3E}">
        <p14:creationId xmlns:p14="http://schemas.microsoft.com/office/powerpoint/2010/main" val="42000982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F3BA6-B0F0-6B31-D6F6-4DA14611FDF9}"/>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EEC46F02-82AA-E9FB-3757-54CECEAD02D7}"/>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5E7DFD0A-CC5B-874A-408E-CEEBA7579994}"/>
              </a:ext>
            </a:extLst>
          </p:cNvPr>
          <p:cNvSpPr>
            <a:spLocks noGrp="1"/>
          </p:cNvSpPr>
          <p:nvPr>
            <p:ph type="body" idx="1"/>
          </p:nvPr>
        </p:nvSpPr>
        <p:spPr/>
        <p:txBody>
          <a:bodyPr/>
          <a:lstStyle/>
          <a:p>
            <a:r>
              <a:rPr lang="en-US"/>
              <a:t>Sau khi kiểm chứng trên mô phỏng, em tiến hành triển khai trên hệ thôgns thực nghiệm. Toàn bộ hệ thống được chia thành hai phần. Phần thứ nhất là thuật toán điều khiển được xây dựng bằng phương pháp Model-Based Design trên Matlab/Simulink và sinh mã tự động xuống vi điều khiển. Phần thứ hai là hệ thống phần cứng gồm mạch lực, mạch driver, mạch đo lường và tải</a:t>
            </a:r>
          </a:p>
        </p:txBody>
      </p:sp>
      <p:sp>
        <p:nvSpPr>
          <p:cNvPr id="4" name="Chỗ dành sẵn cho Số hiệu Bản chiếu 3">
            <a:extLst>
              <a:ext uri="{FF2B5EF4-FFF2-40B4-BE49-F238E27FC236}">
                <a16:creationId xmlns:a16="http://schemas.microsoft.com/office/drawing/2014/main" id="{808DD4CB-51B1-061A-ED04-99C04A696388}"/>
              </a:ext>
            </a:extLst>
          </p:cNvPr>
          <p:cNvSpPr>
            <a:spLocks noGrp="1"/>
          </p:cNvSpPr>
          <p:nvPr>
            <p:ph type="sldNum" sz="quarter" idx="5"/>
          </p:nvPr>
        </p:nvSpPr>
        <p:spPr/>
        <p:txBody>
          <a:bodyPr/>
          <a:lstStyle/>
          <a:p>
            <a:fld id="{65670BB1-B8A8-4B79-B7E7-101E694177DC}" type="slidenum">
              <a:rPr lang="en-US" smtClean="0"/>
              <a:t>9</a:t>
            </a:fld>
            <a:endParaRPr lang="en-US"/>
          </a:p>
        </p:txBody>
      </p:sp>
    </p:spTree>
    <p:extLst>
      <p:ext uri="{BB962C8B-B14F-4D97-AF65-F5344CB8AC3E}">
        <p14:creationId xmlns:p14="http://schemas.microsoft.com/office/powerpoint/2010/main" val="1075459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A99E7-C1EC-FE1A-94C8-DDCA5B49FC76}"/>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099C2883-BD49-173A-382A-8A56FC708BA4}"/>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F4AB6ECC-B110-260C-35CD-884ADD04CBA1}"/>
              </a:ext>
            </a:extLst>
          </p:cNvPr>
          <p:cNvSpPr>
            <a:spLocks noGrp="1"/>
          </p:cNvSpPr>
          <p:nvPr>
            <p:ph type="body" idx="1"/>
          </p:nvPr>
        </p:nvSpPr>
        <p:spPr/>
        <p:txBody>
          <a:bodyPr/>
          <a:lstStyle/>
          <a:p>
            <a:r>
              <a:rPr lang="en-US"/>
              <a:t>Tiếp theo là cấu hình PWM và ADC. PWM sử dụng chế độ đếm Up-Down với tần số chuyển mạch 10 kHz. Deadtime được đặt là 1 micro giây nhằm tránh hiện tượng trùng dẫn giữa hai van cùng nhánh. ADC được trigger trực tiếp bởi PWM, nhờ đó việc lấy mẫu luôn diễn ra tại cùng một vị trí trong chu kỳ chuyển mạch giúp giảm sai số đo lường.</a:t>
            </a:r>
          </a:p>
        </p:txBody>
      </p:sp>
      <p:sp>
        <p:nvSpPr>
          <p:cNvPr id="4" name="Chỗ dành sẵn cho Số hiệu Bản chiếu 3">
            <a:extLst>
              <a:ext uri="{FF2B5EF4-FFF2-40B4-BE49-F238E27FC236}">
                <a16:creationId xmlns:a16="http://schemas.microsoft.com/office/drawing/2014/main" id="{5BD7503B-F443-1618-2066-32AAFDDC6E28}"/>
              </a:ext>
            </a:extLst>
          </p:cNvPr>
          <p:cNvSpPr>
            <a:spLocks noGrp="1"/>
          </p:cNvSpPr>
          <p:nvPr>
            <p:ph type="sldNum" sz="quarter" idx="5"/>
          </p:nvPr>
        </p:nvSpPr>
        <p:spPr/>
        <p:txBody>
          <a:bodyPr/>
          <a:lstStyle/>
          <a:p>
            <a:fld id="{65670BB1-B8A8-4B79-B7E7-101E694177DC}" type="slidenum">
              <a:rPr lang="en-US" smtClean="0"/>
              <a:t>10</a:t>
            </a:fld>
            <a:endParaRPr lang="en-US"/>
          </a:p>
        </p:txBody>
      </p:sp>
    </p:spTree>
    <p:extLst>
      <p:ext uri="{BB962C8B-B14F-4D97-AF65-F5344CB8AC3E}">
        <p14:creationId xmlns:p14="http://schemas.microsoft.com/office/powerpoint/2010/main" val="1797747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50141-6ECA-6F5B-530F-B9DFD3A2CDC1}"/>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D1F42B9A-EA66-4725-7EAC-6CADFED9290E}"/>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E37E5EB9-75B4-6665-C977-A55643B19B00}"/>
              </a:ext>
            </a:extLst>
          </p:cNvPr>
          <p:cNvSpPr>
            <a:spLocks noGrp="1"/>
          </p:cNvSpPr>
          <p:nvPr>
            <p:ph type="body" idx="1"/>
          </p:nvPr>
        </p:nvSpPr>
        <p:spPr/>
        <p:txBody>
          <a:bodyPr/>
          <a:lstStyle/>
          <a:p>
            <a:r>
              <a:rPr lang="en-US"/>
              <a:t>Tiếp theo là cấu hình PWM và ADC. PWM sử dụng chế độ đếm Up-Down với tần số chuyển mạch 10 kHz. Deadtime được đặt là 1 micro giây nhằm tránh hiện tượng trùng dẫn giữa hai van cùng nhánh. ADC được trigger trực tiếp bởi PWM, nhờ đó việc lấy mẫu luôn diễn ra tại cùng một vị trí trong chu kỳ chuyển mạch giúp giảm sai số đo lường.</a:t>
            </a:r>
          </a:p>
        </p:txBody>
      </p:sp>
      <p:sp>
        <p:nvSpPr>
          <p:cNvPr id="4" name="Chỗ dành sẵn cho Số hiệu Bản chiếu 3">
            <a:extLst>
              <a:ext uri="{FF2B5EF4-FFF2-40B4-BE49-F238E27FC236}">
                <a16:creationId xmlns:a16="http://schemas.microsoft.com/office/drawing/2014/main" id="{FA857A40-5CA6-CC25-E427-0B97587B8C7A}"/>
              </a:ext>
            </a:extLst>
          </p:cNvPr>
          <p:cNvSpPr>
            <a:spLocks noGrp="1"/>
          </p:cNvSpPr>
          <p:nvPr>
            <p:ph type="sldNum" sz="quarter" idx="5"/>
          </p:nvPr>
        </p:nvSpPr>
        <p:spPr/>
        <p:txBody>
          <a:bodyPr/>
          <a:lstStyle/>
          <a:p>
            <a:fld id="{65670BB1-B8A8-4B79-B7E7-101E694177DC}" type="slidenum">
              <a:rPr lang="en-US" smtClean="0"/>
              <a:t>11</a:t>
            </a:fld>
            <a:endParaRPr lang="en-US"/>
          </a:p>
        </p:txBody>
      </p:sp>
    </p:spTree>
    <p:extLst>
      <p:ext uri="{BB962C8B-B14F-4D97-AF65-F5344CB8AC3E}">
        <p14:creationId xmlns:p14="http://schemas.microsoft.com/office/powerpoint/2010/main" val="40471137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a:t>Đây là mạch driver và vi điều khiển. Driver sử dụng HCPL-316J để cách ly và điều khiển IGBT. DSP sử dụng TMS320F28379D. Các chân PWM được sử dụng để phát xung điều khiển, trong khi các kênh ADC thu nhận tín hiệu điện áp và dòng điện từ mạch đo lường</a:t>
            </a:r>
          </a:p>
        </p:txBody>
      </p:sp>
      <p:sp>
        <p:nvSpPr>
          <p:cNvPr id="4" name="Chỗ dành sẵn cho Số hiệu Bản chiếu 3"/>
          <p:cNvSpPr>
            <a:spLocks noGrp="1"/>
          </p:cNvSpPr>
          <p:nvPr>
            <p:ph type="sldNum" sz="quarter" idx="5"/>
          </p:nvPr>
        </p:nvSpPr>
        <p:spPr/>
        <p:txBody>
          <a:bodyPr/>
          <a:lstStyle/>
          <a:p>
            <a:fld id="{65670BB1-B8A8-4B79-B7E7-101E694177DC}" type="slidenum">
              <a:rPr lang="en-US" smtClean="0"/>
              <a:t>12</a:t>
            </a:fld>
            <a:endParaRPr lang="en-US"/>
          </a:p>
        </p:txBody>
      </p:sp>
    </p:spTree>
    <p:extLst>
      <p:ext uri="{BB962C8B-B14F-4D97-AF65-F5344CB8AC3E}">
        <p14:creationId xmlns:p14="http://schemas.microsoft.com/office/powerpoint/2010/main" val="15997548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1351522"/>
            <a:ext cx="10058400" cy="2700423"/>
          </a:xfrm>
        </p:spPr>
        <p:txBody>
          <a:bodyPr anchor="ctr">
            <a:normAutofit/>
          </a:bodyPr>
          <a:lstStyle>
            <a:lvl1pPr algn="ctr" latinLnBrk="0">
              <a:lnSpc>
                <a:spcPct val="85000"/>
              </a:lnSpc>
              <a:defRPr sz="3800" b="1" spc="-50" baseline="0">
                <a:solidFill>
                  <a:srgbClr val="002060"/>
                </a:solidFill>
                <a:effectLst/>
                <a:latin typeface="Lato" panose="020F0502020204030203" pitchFamily="34" charset="0"/>
                <a:ea typeface="Lato" panose="020F0502020204030203" pitchFamily="34" charset="0"/>
                <a:cs typeface="Lato" panose="020F0502020204030203" pitchFamily="34" charset="0"/>
              </a:defRPr>
            </a:lvl1pPr>
          </a:lstStyle>
          <a:p>
            <a:r>
              <a:rPr lang="en-US" altLang="ko-KR" dirty="0"/>
              <a:t>Click to edit Master title style</a:t>
            </a:r>
            <a:endParaRPr lang="en-US" dirty="0"/>
          </a:p>
        </p:txBody>
      </p:sp>
      <p:sp>
        <p:nvSpPr>
          <p:cNvPr id="3" name="Subtitle 2"/>
          <p:cNvSpPr>
            <a:spLocks noGrp="1"/>
          </p:cNvSpPr>
          <p:nvPr>
            <p:ph type="subTitle" idx="1" hasCustomPrompt="1"/>
          </p:nvPr>
        </p:nvSpPr>
        <p:spPr>
          <a:xfrm>
            <a:off x="1097280" y="4639171"/>
            <a:ext cx="10058400" cy="1204465"/>
          </a:xfrm>
        </p:spPr>
        <p:txBody>
          <a:bodyPr lIns="91440" rIns="91440">
            <a:normAutofit/>
          </a:bodyPr>
          <a:lstStyle>
            <a:lvl1pPr marL="0" indent="93663" algn="ctr">
              <a:spcBef>
                <a:spcPts val="0"/>
              </a:spcBef>
              <a:buNone/>
              <a:defRPr sz="1600" cap="none" spc="0" baseline="0">
                <a:solidFill>
                  <a:schemeClr val="tx2"/>
                </a:solidFill>
                <a:latin typeface="Lato" panose="020F0502020204030203" pitchFamily="34" charset="0"/>
                <a:ea typeface="Lato" panose="020F0502020204030203" pitchFamily="34" charset="0"/>
                <a:cs typeface="Lato" panose="020F0502020204030203" pitchFamily="34" charset="0"/>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ltLang="ko-KR"/>
              <a:t>Click to edit master subtitle style</a:t>
            </a:r>
          </a:p>
        </p:txBody>
      </p:sp>
      <p:cxnSp>
        <p:nvCxnSpPr>
          <p:cNvPr id="9" name="Straight Connector 8"/>
          <p:cNvCxnSpPr/>
          <p:nvPr/>
        </p:nvCxnSpPr>
        <p:spPr>
          <a:xfrm>
            <a:off x="1087972" y="4340415"/>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B3147ED-BC55-863C-1CA2-14A0FDC3E4F7}"/>
              </a:ext>
            </a:extLst>
          </p:cNvPr>
          <p:cNvPicPr>
            <a:picLocks noChangeAspect="1"/>
          </p:cNvPicPr>
          <p:nvPr userDrawn="1"/>
        </p:nvPicPr>
        <p:blipFill>
          <a:blip r:embed="rId2"/>
          <a:stretch>
            <a:fillRect/>
          </a:stretch>
        </p:blipFill>
        <p:spPr>
          <a:xfrm>
            <a:off x="40639" y="48078"/>
            <a:ext cx="2873870" cy="693005"/>
          </a:xfrm>
          <a:prstGeom prst="rect">
            <a:avLst/>
          </a:prstGeom>
        </p:spPr>
      </p:pic>
      <p:grpSp>
        <p:nvGrpSpPr>
          <p:cNvPr id="5" name="Group 4">
            <a:extLst>
              <a:ext uri="{FF2B5EF4-FFF2-40B4-BE49-F238E27FC236}">
                <a16:creationId xmlns:a16="http://schemas.microsoft.com/office/drawing/2014/main" id="{F4232DE1-F65B-18DB-13F4-5E0A69730DCD}"/>
              </a:ext>
            </a:extLst>
          </p:cNvPr>
          <p:cNvGrpSpPr/>
          <p:nvPr userDrawn="1"/>
        </p:nvGrpSpPr>
        <p:grpSpPr>
          <a:xfrm>
            <a:off x="10392596" y="75284"/>
            <a:ext cx="1747157" cy="693006"/>
            <a:chOff x="6823076" y="457200"/>
            <a:chExt cx="1692275" cy="609600"/>
          </a:xfrm>
        </p:grpSpPr>
        <p:sp>
          <p:nvSpPr>
            <p:cNvPr id="7" name="Rectangle 6">
              <a:extLst>
                <a:ext uri="{FF2B5EF4-FFF2-40B4-BE49-F238E27FC236}">
                  <a16:creationId xmlns:a16="http://schemas.microsoft.com/office/drawing/2014/main" id="{3289C825-7602-A177-A2A8-929FD4081A63}"/>
                </a:ext>
              </a:extLst>
            </p:cNvPr>
            <p:cNvSpPr/>
            <p:nvPr/>
          </p:nvSpPr>
          <p:spPr>
            <a:xfrm>
              <a:off x="6823076" y="457200"/>
              <a:ext cx="1692275"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8" name="Picture 7">
              <a:extLst>
                <a:ext uri="{FF2B5EF4-FFF2-40B4-BE49-F238E27FC236}">
                  <a16:creationId xmlns:a16="http://schemas.microsoft.com/office/drawing/2014/main" id="{27E90D78-CD95-8040-6C87-E96A1E902D3D}"/>
                </a:ext>
              </a:extLst>
            </p:cNvPr>
            <p:cNvPicPr>
              <a:picLocks noChangeAspect="1"/>
            </p:cNvPicPr>
            <p:nvPr/>
          </p:nvPicPr>
          <p:blipFill>
            <a:blip r:embed="rId3"/>
            <a:stretch>
              <a:fillRect/>
            </a:stretch>
          </p:blipFill>
          <p:spPr>
            <a:xfrm>
              <a:off x="6878296" y="513447"/>
              <a:ext cx="1579905" cy="454694"/>
            </a:xfrm>
            <a:prstGeom prst="rect">
              <a:avLst/>
            </a:prstGeom>
          </p:spPr>
        </p:pic>
      </p:grpSp>
      <p:pic>
        <p:nvPicPr>
          <p:cNvPr id="12" name="Picture 11">
            <a:extLst>
              <a:ext uri="{FF2B5EF4-FFF2-40B4-BE49-F238E27FC236}">
                <a16:creationId xmlns:a16="http://schemas.microsoft.com/office/drawing/2014/main" id="{43161430-459E-7512-CED6-1043B2C3740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4064" y="6153880"/>
            <a:ext cx="4329248" cy="656048"/>
          </a:xfrm>
          <a:prstGeom prst="rect">
            <a:avLst/>
          </a:prstGeom>
        </p:spPr>
      </p:pic>
      <p:cxnSp>
        <p:nvCxnSpPr>
          <p:cNvPr id="17" name="Straight Connector 16">
            <a:extLst>
              <a:ext uri="{FF2B5EF4-FFF2-40B4-BE49-F238E27FC236}">
                <a16:creationId xmlns:a16="http://schemas.microsoft.com/office/drawing/2014/main" id="{33C3417A-DECC-8FB4-F6BC-575FC8B847CA}"/>
              </a:ext>
            </a:extLst>
          </p:cNvPr>
          <p:cNvCxnSpPr/>
          <p:nvPr userDrawn="1"/>
        </p:nvCxnSpPr>
        <p:spPr>
          <a:xfrm>
            <a:off x="47896" y="761994"/>
            <a:ext cx="12072461"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8366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342900" y="79119"/>
            <a:ext cx="11531600" cy="457318"/>
          </a:xfrm>
        </p:spPr>
        <p:txBody>
          <a:bodyPr>
            <a:normAutofit/>
          </a:bodyPr>
          <a:lstStyle>
            <a:lvl1pPr algn="l">
              <a:defRPr sz="2800" b="1">
                <a:solidFill>
                  <a:srgbClr val="002060"/>
                </a:solidFill>
                <a:effectLst/>
                <a:latin typeface="Arial" panose="020B0604020202020204" pitchFamily="34" charset="0"/>
                <a:cs typeface="Arial" panose="020B0604020202020204" pitchFamily="34" charset="0"/>
              </a:defRPr>
            </a:lvl1pPr>
          </a:lstStyle>
          <a:p>
            <a:r>
              <a:rPr lang="en-US" altLang="ko-KR" dirty="0"/>
              <a:t>Click to edit Master title style</a:t>
            </a:r>
            <a:endParaRPr lang="en-US" dirty="0"/>
          </a:p>
        </p:txBody>
      </p:sp>
      <p:sp>
        <p:nvSpPr>
          <p:cNvPr id="3" name="Content Placeholder 2"/>
          <p:cNvSpPr>
            <a:spLocks noGrp="1"/>
          </p:cNvSpPr>
          <p:nvPr>
            <p:ph idx="1"/>
          </p:nvPr>
        </p:nvSpPr>
        <p:spPr/>
        <p:txBody>
          <a:bodyPr/>
          <a:lstStyle>
            <a:lvl1pPr marL="542925" indent="-361950" algn="just" latinLnBrk="0">
              <a:buClr>
                <a:srgbClr val="002060"/>
              </a:buClr>
              <a:buFont typeface="Wingdings" panose="05000000000000000000" pitchFamily="2" charset="2"/>
              <a:buChar char="v"/>
              <a:defRPr sz="2200">
                <a:solidFill>
                  <a:srgbClr val="002060"/>
                </a:solidFill>
                <a:latin typeface="Lato" panose="020F0502020204030203" pitchFamily="34" charset="0"/>
                <a:ea typeface="Lato" panose="020F0502020204030203" pitchFamily="34" charset="0"/>
                <a:cs typeface="Lato" panose="020F0502020204030203" pitchFamily="34" charset="0"/>
              </a:defRPr>
            </a:lvl1pPr>
            <a:lvl2pPr marL="809625" indent="-266700" algn="just" latinLnBrk="0">
              <a:buClr>
                <a:srgbClr val="002060"/>
              </a:buClr>
              <a:buFont typeface="Wingdings" panose="05000000000000000000" pitchFamily="2" charset="2"/>
              <a:buChar char="Ø"/>
              <a:defRPr sz="2000">
                <a:solidFill>
                  <a:srgbClr val="002060"/>
                </a:solidFill>
                <a:latin typeface="Lato" panose="020F0502020204030203" pitchFamily="34" charset="0"/>
                <a:ea typeface="Lato" panose="020F0502020204030203" pitchFamily="34" charset="0"/>
                <a:cs typeface="Lato" panose="020F0502020204030203" pitchFamily="34" charset="0"/>
              </a:defRPr>
            </a:lvl2pPr>
            <a:lvl3pPr marL="1076325" indent="-266700" algn="just" latinLnBrk="0">
              <a:buClr>
                <a:srgbClr val="002060"/>
              </a:buClr>
              <a:buFont typeface="Wingdings" panose="05000000000000000000" pitchFamily="2" charset="2"/>
              <a:buChar char="§"/>
              <a:defRPr sz="1800">
                <a:solidFill>
                  <a:srgbClr val="002060"/>
                </a:solidFill>
                <a:latin typeface="Lato" panose="020F0502020204030203" pitchFamily="34" charset="0"/>
                <a:ea typeface="Lato" panose="020F0502020204030203" pitchFamily="34" charset="0"/>
                <a:cs typeface="Lato" panose="020F0502020204030203" pitchFamily="34" charset="0"/>
              </a:defRPr>
            </a:lvl3pPr>
            <a:lvl4pPr marL="1257300" indent="-180975" algn="just" latinLnBrk="0">
              <a:buClr>
                <a:srgbClr val="002060"/>
              </a:buClr>
              <a:buFont typeface="Arial" panose="020B0604020202020204" pitchFamily="34" charset="0"/>
              <a:buChar char="•"/>
              <a:defRPr sz="1600">
                <a:solidFill>
                  <a:srgbClr val="002060"/>
                </a:solidFill>
                <a:latin typeface="Lato" panose="020F0502020204030203" pitchFamily="34" charset="0"/>
                <a:ea typeface="Lato" panose="020F0502020204030203" pitchFamily="34" charset="0"/>
                <a:cs typeface="Lato" panose="020F0502020204030203" pitchFamily="34" charset="0"/>
              </a:defRPr>
            </a:lvl4pPr>
            <a:lvl5pPr algn="just" latinLnBrk="0">
              <a:buClr>
                <a:srgbClr val="002060"/>
              </a:buClr>
              <a:defRPr sz="1400">
                <a:solidFill>
                  <a:srgbClr val="002060"/>
                </a:solidFill>
                <a:latin typeface="Lato" panose="020F0502020204030203" pitchFamily="34" charset="0"/>
                <a:ea typeface="Lato" panose="020F0502020204030203" pitchFamily="34" charset="0"/>
                <a:cs typeface="Lato" panose="020F0502020204030203" pitchFamily="34" charset="0"/>
              </a:defRPr>
            </a:lvl5pPr>
          </a:lstStyle>
          <a:p>
            <a:pPr lvl="0"/>
            <a:r>
              <a:rPr lang="en-US" altLang="ko-KR" dirty="0"/>
              <a:t>Click to edit Master text styles</a:t>
            </a:r>
          </a:p>
          <a:p>
            <a:pPr lvl="1"/>
            <a:r>
              <a:rPr lang="en-US" altLang="ko-KR" dirty="0"/>
              <a:t> Second level</a:t>
            </a:r>
          </a:p>
          <a:p>
            <a:pPr lvl="2"/>
            <a:r>
              <a:rPr lang="en-US" altLang="ko-KR" dirty="0"/>
              <a:t>Third level</a:t>
            </a:r>
          </a:p>
          <a:p>
            <a:pPr lvl="3"/>
            <a:r>
              <a:rPr lang="en-US" altLang="ko-KR" dirty="0"/>
              <a:t>Fourth level</a:t>
            </a:r>
          </a:p>
          <a:p>
            <a:pPr lvl="4"/>
            <a:r>
              <a:rPr lang="en-US" altLang="ko-KR" dirty="0"/>
              <a:t>Fifth level</a:t>
            </a:r>
            <a:endParaRPr lang="en-US" dirty="0"/>
          </a:p>
        </p:txBody>
      </p:sp>
      <p:sp>
        <p:nvSpPr>
          <p:cNvPr id="6" name="Slide Number Placeholder 5"/>
          <p:cNvSpPr>
            <a:spLocks noGrp="1"/>
          </p:cNvSpPr>
          <p:nvPr>
            <p:ph type="sldNum" sz="quarter" idx="4"/>
          </p:nvPr>
        </p:nvSpPr>
        <p:spPr>
          <a:xfrm>
            <a:off x="10576665" y="6540783"/>
            <a:ext cx="1312025" cy="226714"/>
          </a:xfrm>
          <a:prstGeom prst="rect">
            <a:avLst/>
          </a:prstGeom>
        </p:spPr>
        <p:txBody>
          <a:bodyPr vert="horz" lIns="91440" tIns="45720" rIns="91440" bIns="45720" rtlCol="0" anchor="ctr"/>
          <a:lstStyle>
            <a:lvl1pPr algn="r">
              <a:defRPr sz="1300">
                <a:solidFill>
                  <a:srgbClr val="002060"/>
                </a:solidFill>
                <a:latin typeface="Times New Roman" panose="02020603050405020304" pitchFamily="18" charset="0"/>
                <a:cs typeface="Times New Roman" panose="02020603050405020304" pitchFamily="18" charset="0"/>
              </a:defRPr>
            </a:lvl1pPr>
          </a:lstStyle>
          <a:p>
            <a:fld id="{D7016DB7-74C3-4088-91B2-8C513CF55A6C}" type="slidenum">
              <a:rPr lang="en-US" smtClean="0"/>
              <a:pPr/>
              <a:t>‹#›</a:t>
            </a:fld>
            <a:endParaRPr lang="en-US"/>
          </a:p>
        </p:txBody>
      </p:sp>
      <p:sp>
        <p:nvSpPr>
          <p:cNvPr id="5" name="Slide Number Placeholder 5"/>
          <p:cNvSpPr txBox="1">
            <a:spLocks/>
          </p:cNvSpPr>
          <p:nvPr/>
        </p:nvSpPr>
        <p:spPr>
          <a:xfrm>
            <a:off x="10879978" y="6591866"/>
            <a:ext cx="1312025" cy="226714"/>
          </a:xfrm>
          <a:prstGeom prst="rect">
            <a:avLst/>
          </a:prstGeom>
        </p:spPr>
        <p:txBody>
          <a:bodyPr vert="horz" lIns="91440" tIns="45720" rIns="91440" bIns="45720" rtlCol="0" anchor="ctr"/>
          <a:lstStyle>
            <a:defPPr>
              <a:defRPr lang="en-US"/>
            </a:defPPr>
            <a:lvl1pPr marL="0" algn="r" defTabSz="914400" rtl="0" eaLnBrk="1" latinLnBrk="0" hangingPunct="1">
              <a:defRPr sz="1300" kern="1200">
                <a:solidFill>
                  <a:srgbClr val="002060"/>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00"/>
          </a:p>
        </p:txBody>
      </p:sp>
      <p:cxnSp>
        <p:nvCxnSpPr>
          <p:cNvPr id="9" name="Straight Connector 8">
            <a:extLst>
              <a:ext uri="{FF2B5EF4-FFF2-40B4-BE49-F238E27FC236}">
                <a16:creationId xmlns:a16="http://schemas.microsoft.com/office/drawing/2014/main" id="{EDBDB6B8-9CE8-8FD6-382A-1E947D7A4889}"/>
              </a:ext>
            </a:extLst>
          </p:cNvPr>
          <p:cNvCxnSpPr/>
          <p:nvPr userDrawn="1"/>
        </p:nvCxnSpPr>
        <p:spPr>
          <a:xfrm>
            <a:off x="330203" y="547597"/>
            <a:ext cx="115443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8591A1C-DD22-90E3-BBCD-3A47867FC068}"/>
              </a:ext>
            </a:extLst>
          </p:cNvPr>
          <p:cNvCxnSpPr/>
          <p:nvPr userDrawn="1"/>
        </p:nvCxnSpPr>
        <p:spPr>
          <a:xfrm>
            <a:off x="47896" y="6442180"/>
            <a:ext cx="12072461"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AAAB14FF-7B18-CEDD-6405-7F121C2E19EF}"/>
              </a:ext>
            </a:extLst>
          </p:cNvPr>
          <p:cNvPicPr>
            <a:picLocks noChangeAspect="1"/>
          </p:cNvPicPr>
          <p:nvPr userDrawn="1"/>
        </p:nvPicPr>
        <p:blipFill>
          <a:blip r:embed="rId2"/>
          <a:stretch>
            <a:fillRect/>
          </a:stretch>
        </p:blipFill>
        <p:spPr>
          <a:xfrm>
            <a:off x="14151" y="6460604"/>
            <a:ext cx="1647736" cy="397335"/>
          </a:xfrm>
          <a:prstGeom prst="rect">
            <a:avLst/>
          </a:prstGeom>
        </p:spPr>
      </p:pic>
    </p:spTree>
    <p:extLst>
      <p:ext uri="{BB962C8B-B14F-4D97-AF65-F5344CB8AC3E}">
        <p14:creationId xmlns:p14="http://schemas.microsoft.com/office/powerpoint/2010/main" val="2398912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100896"/>
            <a:ext cx="11531600" cy="402395"/>
          </a:xfrm>
          <a:prstGeom prst="rect">
            <a:avLst/>
          </a:prstGeom>
        </p:spPr>
        <p:txBody>
          <a:bodyPr vert="horz" lIns="91440" tIns="45720" rIns="91440" bIns="45720" rtlCol="0" anchor="b">
            <a:normAutofit/>
          </a:bodyPr>
          <a:lstStyle/>
          <a:p>
            <a:r>
              <a:rPr lang="en-US" altLang="ko-KR"/>
              <a:t>Click to edit Master title style</a:t>
            </a:r>
            <a:endParaRPr lang="en-US"/>
          </a:p>
        </p:txBody>
      </p:sp>
      <p:sp>
        <p:nvSpPr>
          <p:cNvPr id="3" name="Text Placeholder 2"/>
          <p:cNvSpPr>
            <a:spLocks noGrp="1"/>
          </p:cNvSpPr>
          <p:nvPr>
            <p:ph type="body" idx="1"/>
          </p:nvPr>
        </p:nvSpPr>
        <p:spPr>
          <a:xfrm>
            <a:off x="342900" y="570138"/>
            <a:ext cx="11531600" cy="5837380"/>
          </a:xfrm>
          <a:prstGeom prst="rect">
            <a:avLst/>
          </a:prstGeom>
        </p:spPr>
        <p:txBody>
          <a:bodyPr vert="horz" lIns="0" tIns="45720" rIns="0" bIns="45720" rtlCol="0">
            <a:normAutofit/>
          </a:bodyPr>
          <a:lstStyle/>
          <a:p>
            <a:pPr lvl="0"/>
            <a:r>
              <a:rPr lang="en-US" altLang="ko-KR" dirty="0"/>
              <a:t>Click to edit Master text styles</a:t>
            </a:r>
          </a:p>
          <a:p>
            <a:pPr lvl="1"/>
            <a:r>
              <a:rPr lang="en-US" altLang="ko-KR" dirty="0"/>
              <a:t>Second level</a:t>
            </a:r>
          </a:p>
          <a:p>
            <a:pPr lvl="2"/>
            <a:r>
              <a:rPr lang="en-US" altLang="ko-KR" dirty="0"/>
              <a:t>Third level</a:t>
            </a:r>
          </a:p>
          <a:p>
            <a:pPr lvl="3"/>
            <a:r>
              <a:rPr lang="en-US" altLang="ko-KR" dirty="0"/>
              <a:t>Fourth level</a:t>
            </a:r>
          </a:p>
          <a:p>
            <a:pPr lvl="4"/>
            <a:r>
              <a:rPr lang="en-US" altLang="ko-KR" dirty="0"/>
              <a:t>Fifth level</a:t>
            </a:r>
            <a:endParaRPr lang="en-US" dirty="0"/>
          </a:p>
        </p:txBody>
      </p:sp>
      <p:sp>
        <p:nvSpPr>
          <p:cNvPr id="6" name="Slide Number Placeholder 5"/>
          <p:cNvSpPr>
            <a:spLocks noGrp="1"/>
          </p:cNvSpPr>
          <p:nvPr>
            <p:ph type="sldNum" sz="quarter" idx="4"/>
          </p:nvPr>
        </p:nvSpPr>
        <p:spPr>
          <a:xfrm>
            <a:off x="10575178" y="6591866"/>
            <a:ext cx="1312025" cy="226714"/>
          </a:xfrm>
          <a:prstGeom prst="rect">
            <a:avLst/>
          </a:prstGeom>
        </p:spPr>
        <p:txBody>
          <a:bodyPr vert="horz" lIns="91440" tIns="45720" rIns="91440" bIns="45720" rtlCol="0" anchor="ctr"/>
          <a:lstStyle>
            <a:lvl1pPr algn="r">
              <a:defRPr sz="1300">
                <a:solidFill>
                  <a:srgbClr val="002060"/>
                </a:solidFill>
                <a:latin typeface="Times New Roman" panose="02020603050405020304" pitchFamily="18" charset="0"/>
                <a:cs typeface="Times New Roman" panose="02020603050405020304" pitchFamily="18" charset="0"/>
              </a:defRPr>
            </a:lvl1pPr>
          </a:lstStyle>
          <a:p>
            <a:fld id="{D7016DB7-74C3-4088-91B2-8C513CF55A6C}" type="slidenum">
              <a:rPr lang="en-US" smtClean="0"/>
              <a:t>‹#›</a:t>
            </a:fld>
            <a:endParaRPr lang="en-US"/>
          </a:p>
        </p:txBody>
      </p:sp>
    </p:spTree>
    <p:extLst>
      <p:ext uri="{BB962C8B-B14F-4D97-AF65-F5344CB8AC3E}">
        <p14:creationId xmlns:p14="http://schemas.microsoft.com/office/powerpoint/2010/main" val="2429348654"/>
      </p:ext>
    </p:extLst>
  </p:cSld>
  <p:clrMap bg1="lt1" tx1="dk1" bg2="lt2" tx2="dk2" accent1="accent1" accent2="accent2" accent3="accent3" accent4="accent4" accent5="accent5" accent6="accent6" hlink="hlink" folHlink="folHlink"/>
  <p:sldLayoutIdLst>
    <p:sldLayoutId id="2147483670" r:id="rId1"/>
    <p:sldLayoutId id="2147483671" r:id="rId2"/>
  </p:sldLayoutIdLst>
  <p:hf hdr="0" ftr="0" dt="0"/>
  <p:txStyles>
    <p:titleStyle>
      <a:lvl1pPr algn="l" defTabSz="914400" rtl="0" eaLnBrk="1" latinLnBrk="1" hangingPunct="1">
        <a:lnSpc>
          <a:spcPct val="85000"/>
        </a:lnSpc>
        <a:spcBef>
          <a:spcPct val="0"/>
        </a:spcBef>
        <a:buNone/>
        <a:defRPr sz="2600" kern="1200" spc="-50" baseline="0">
          <a:solidFill>
            <a:srgbClr val="002060"/>
          </a:solidFill>
          <a:effectLst/>
          <a:latin typeface="Lato" panose="020F0502020204030203" pitchFamily="34" charset="0"/>
          <a:ea typeface="Lato" panose="020F0502020204030203" pitchFamily="34" charset="0"/>
          <a:cs typeface="Lato" panose="020F0502020204030203" pitchFamily="34" charset="0"/>
        </a:defRPr>
      </a:lvl1pPr>
    </p:titleStyle>
    <p:bodyStyle>
      <a:lvl1pPr marL="542925" indent="-361950" algn="just" defTabSz="914400" rtl="0" eaLnBrk="1" latinLnBrk="0" hangingPunct="1">
        <a:lnSpc>
          <a:spcPct val="100000"/>
        </a:lnSpc>
        <a:spcBef>
          <a:spcPts val="1200"/>
        </a:spcBef>
        <a:spcAft>
          <a:spcPts val="200"/>
        </a:spcAft>
        <a:buClr>
          <a:schemeClr val="accent1"/>
        </a:buClr>
        <a:buSzPct val="115000"/>
        <a:buFontTx/>
        <a:buBlip>
          <a:blip r:embed="rId4"/>
        </a:buBlip>
        <a:defRPr sz="1800" kern="1200">
          <a:solidFill>
            <a:srgbClr val="002060"/>
          </a:solidFill>
          <a:latin typeface="Times New Roman" panose="02020603050405020304" pitchFamily="18" charset="0"/>
          <a:ea typeface="+mn-ea"/>
          <a:cs typeface="Times New Roman" panose="02020603050405020304" pitchFamily="18" charset="0"/>
        </a:defRPr>
      </a:lvl1pPr>
      <a:lvl2pPr marL="809625" indent="-266700" algn="just" defTabSz="914400" rtl="0" eaLnBrk="1" latinLnBrk="0" hangingPunct="1">
        <a:lnSpc>
          <a:spcPct val="100000"/>
        </a:lnSpc>
        <a:spcBef>
          <a:spcPts val="200"/>
        </a:spcBef>
        <a:spcAft>
          <a:spcPts val="400"/>
        </a:spcAft>
        <a:buClr>
          <a:schemeClr val="accent1"/>
        </a:buClr>
        <a:buSzPct val="120000"/>
        <a:buFontTx/>
        <a:buBlip>
          <a:blip r:embed="rId5"/>
        </a:buBlip>
        <a:defRPr sz="1600" kern="1200">
          <a:solidFill>
            <a:srgbClr val="002060"/>
          </a:solidFill>
          <a:latin typeface="Times New Roman" panose="02020603050405020304" pitchFamily="18" charset="0"/>
          <a:ea typeface="+mn-ea"/>
          <a:cs typeface="Times New Roman" panose="02020603050405020304" pitchFamily="18" charset="0"/>
        </a:defRPr>
      </a:lvl2pPr>
      <a:lvl3pPr marL="1076325" indent="-266700" algn="just" defTabSz="914400" rtl="0" eaLnBrk="1" latinLnBrk="0" hangingPunct="1">
        <a:lnSpc>
          <a:spcPct val="100000"/>
        </a:lnSpc>
        <a:spcBef>
          <a:spcPts val="200"/>
        </a:spcBef>
        <a:spcAft>
          <a:spcPts val="400"/>
        </a:spcAft>
        <a:buClr>
          <a:schemeClr val="accent1"/>
        </a:buClr>
        <a:buSzPct val="120000"/>
        <a:buFont typeface="Wingdings" panose="05000000000000000000" pitchFamily="2" charset="2"/>
        <a:buChar char="Ø"/>
        <a:tabLst/>
        <a:defRPr sz="1400" kern="1200">
          <a:solidFill>
            <a:srgbClr val="002060"/>
          </a:solidFill>
          <a:latin typeface="Times New Roman" panose="02020603050405020304" pitchFamily="18" charset="0"/>
          <a:ea typeface="+mn-ea"/>
          <a:cs typeface="Times New Roman" panose="02020603050405020304" pitchFamily="18" charset="0"/>
        </a:defRPr>
      </a:lvl3pPr>
      <a:lvl4pPr marL="1257300" indent="-180975" algn="just" defTabSz="914400" rtl="0" eaLnBrk="1" latinLnBrk="0" hangingPunct="1">
        <a:lnSpc>
          <a:spcPct val="100000"/>
        </a:lnSpc>
        <a:spcBef>
          <a:spcPts val="200"/>
        </a:spcBef>
        <a:spcAft>
          <a:spcPts val="400"/>
        </a:spcAft>
        <a:buClr>
          <a:schemeClr val="accent1"/>
        </a:buClr>
        <a:buFont typeface="Times New Roman" panose="02020603050405020304" pitchFamily="18" charset="0"/>
        <a:buChar char="-"/>
        <a:tabLst/>
        <a:defRPr sz="1400" kern="1200">
          <a:solidFill>
            <a:srgbClr val="002060"/>
          </a:solidFill>
          <a:latin typeface="Times New Roman" panose="02020603050405020304" pitchFamily="18" charset="0"/>
          <a:ea typeface="+mn-ea"/>
          <a:cs typeface="Times New Roman" panose="02020603050405020304" pitchFamily="18" charset="0"/>
        </a:defRPr>
      </a:lvl4pPr>
      <a:lvl5pPr marL="1438275" indent="-180975" algn="just" defTabSz="914400" rtl="0" eaLnBrk="1" latinLnBrk="0" hangingPunct="1">
        <a:lnSpc>
          <a:spcPct val="100000"/>
        </a:lnSpc>
        <a:spcBef>
          <a:spcPts val="200"/>
        </a:spcBef>
        <a:spcAft>
          <a:spcPts val="400"/>
        </a:spcAft>
        <a:buClr>
          <a:schemeClr val="accent1"/>
        </a:buClr>
        <a:buFont typeface="Calibri" pitchFamily="34" charset="0"/>
        <a:buChar char="◦"/>
        <a:defRPr sz="1400" kern="1200">
          <a:solidFill>
            <a:srgbClr val="002060"/>
          </a:solidFill>
          <a:latin typeface="Times New Roman" panose="02020603050405020304" pitchFamily="18" charset="0"/>
          <a:ea typeface="+mn-ea"/>
          <a:cs typeface="Times New Roman" panose="02020603050405020304" pitchFamily="18" charset="0"/>
        </a:defRPr>
      </a:lvl5pPr>
      <a:lvl6pPr marL="1100000" indent="-228600" algn="l" defTabSz="914400" rtl="0" eaLnBrk="1" latinLnBrk="1"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1"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1"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1"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emf"/><Relationship Id="rId3" Type="http://schemas.openxmlformats.org/officeDocument/2006/relationships/image" Target="../media/image7.jpg"/><Relationship Id="rId7" Type="http://schemas.openxmlformats.org/officeDocument/2006/relationships/image" Target="../media/image10.wmf"/><Relationship Id="rId12"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oleObject" Target="../embeddings/oleObject1.bin"/><Relationship Id="rId11" Type="http://schemas.openxmlformats.org/officeDocument/2006/relationships/image" Target="../media/image14.png"/><Relationship Id="rId5" Type="http://schemas.openxmlformats.org/officeDocument/2006/relationships/image" Target="../media/image9.emf"/><Relationship Id="rId10" Type="http://schemas.openxmlformats.org/officeDocument/2006/relationships/image" Target="../media/image13.svg"/><Relationship Id="rId4" Type="http://schemas.openxmlformats.org/officeDocument/2006/relationships/image" Target="../media/image8.jpeg"/><Relationship Id="rId9" Type="http://schemas.openxmlformats.org/officeDocument/2006/relationships/image" Target="../media/image12.sv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3.png"/><Relationship Id="rId3" Type="http://schemas.openxmlformats.org/officeDocument/2006/relationships/oleObject" Target="../embeddings/oleObject2.bin"/><Relationship Id="rId7" Type="http://schemas.openxmlformats.org/officeDocument/2006/relationships/image" Target="../media/image18.wmf"/><Relationship Id="rId12" Type="http://schemas.openxmlformats.org/officeDocument/2006/relationships/image" Target="../media/image20.wmf"/><Relationship Id="rId17" Type="http://schemas.openxmlformats.org/officeDocument/2006/relationships/image" Target="../media/image22.wmf"/><Relationship Id="rId2" Type="http://schemas.openxmlformats.org/officeDocument/2006/relationships/notesSlide" Target="../notesSlides/notesSlide3.xml"/><Relationship Id="rId16"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oleObject" Target="../embeddings/oleObject5.bin"/><Relationship Id="rId5" Type="http://schemas.openxmlformats.org/officeDocument/2006/relationships/image" Target="../media/image18.png"/><Relationship Id="rId15" Type="http://schemas.openxmlformats.org/officeDocument/2006/relationships/image" Target="../media/image21.wmf"/><Relationship Id="rId10" Type="http://schemas.openxmlformats.org/officeDocument/2006/relationships/image" Target="../media/image19.wmf"/><Relationship Id="rId4" Type="http://schemas.openxmlformats.org/officeDocument/2006/relationships/image" Target="../media/image17.emf"/><Relationship Id="rId9" Type="http://schemas.openxmlformats.org/officeDocument/2006/relationships/oleObject" Target="../embeddings/oleObject4.bin"/><Relationship Id="rId14"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hyperlink" Target="https://www.ti.com/product/INA828" TargetMode="External"/><Relationship Id="rId7" Type="http://schemas.openxmlformats.org/officeDocument/2006/relationships/image" Target="../media/image28.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1.png"/><Relationship Id="rId5" Type="http://schemas.openxmlformats.org/officeDocument/2006/relationships/image" Target="../media/image26.png"/><Relationship Id="rId10" Type="http://schemas.openxmlformats.org/officeDocument/2006/relationships/image" Target="../media/image30.jpeg"/><Relationship Id="rId4" Type="http://schemas.openxmlformats.org/officeDocument/2006/relationships/image" Target="../media/image25.png"/><Relationship Id="rId9"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32.png"/><Relationship Id="rId7"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10.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45.png"/><Relationship Id="rId18" Type="http://schemas.microsoft.com/office/2007/relationships/hdphoto" Target="../media/hdphoto6.wdp"/><Relationship Id="rId3" Type="http://schemas.openxmlformats.org/officeDocument/2006/relationships/package" Target="../embeddings/Microsoft_Visio_Drawing.vsdx"/><Relationship Id="rId21" Type="http://schemas.openxmlformats.org/officeDocument/2006/relationships/image" Target="../media/image49.png"/><Relationship Id="rId7" Type="http://schemas.openxmlformats.org/officeDocument/2006/relationships/image" Target="../media/image42.png"/><Relationship Id="rId12" Type="http://schemas.openxmlformats.org/officeDocument/2006/relationships/image" Target="../media/image44.emf"/><Relationship Id="rId17" Type="http://schemas.openxmlformats.org/officeDocument/2006/relationships/image" Target="../media/image47.png"/><Relationship Id="rId2" Type="http://schemas.openxmlformats.org/officeDocument/2006/relationships/notesSlide" Target="../notesSlides/notesSlide10.xml"/><Relationship Id="rId16" Type="http://schemas.microsoft.com/office/2007/relationships/hdphoto" Target="../media/hdphoto5.wdp"/><Relationship Id="rId20" Type="http://schemas.microsoft.com/office/2007/relationships/hdphoto" Target="../media/hdphoto7.wdp"/><Relationship Id="rId1" Type="http://schemas.openxmlformats.org/officeDocument/2006/relationships/slideLayout" Target="../slideLayouts/slideLayout2.xml"/><Relationship Id="rId6" Type="http://schemas.microsoft.com/office/2007/relationships/hdphoto" Target="../media/hdphoto1.wdp"/><Relationship Id="rId11" Type="http://schemas.openxmlformats.org/officeDocument/2006/relationships/package" Target="../embeddings/Microsoft_Visio_Drawing1.vsdx"/><Relationship Id="rId24" Type="http://schemas.openxmlformats.org/officeDocument/2006/relationships/image" Target="../media/image50.wmf"/><Relationship Id="rId5" Type="http://schemas.openxmlformats.org/officeDocument/2006/relationships/image" Target="../media/image41.png"/><Relationship Id="rId15" Type="http://schemas.openxmlformats.org/officeDocument/2006/relationships/image" Target="../media/image46.png"/><Relationship Id="rId23" Type="http://schemas.openxmlformats.org/officeDocument/2006/relationships/oleObject" Target="../embeddings/oleObject8.bin"/><Relationship Id="rId10" Type="http://schemas.microsoft.com/office/2007/relationships/hdphoto" Target="../media/hdphoto3.wdp"/><Relationship Id="rId19" Type="http://schemas.openxmlformats.org/officeDocument/2006/relationships/image" Target="../media/image48.png"/><Relationship Id="rId4" Type="http://schemas.openxmlformats.org/officeDocument/2006/relationships/image" Target="../media/image40.emf"/><Relationship Id="rId9" Type="http://schemas.openxmlformats.org/officeDocument/2006/relationships/image" Target="../media/image43.png"/><Relationship Id="rId14" Type="http://schemas.microsoft.com/office/2007/relationships/hdphoto" Target="../media/hdphoto4.wdp"/><Relationship Id="rId22" Type="http://schemas.microsoft.com/office/2007/relationships/hdphoto" Target="../media/hdphoto8.wdp"/></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332129" y="2120772"/>
            <a:ext cx="7543800" cy="505809"/>
          </a:xfrm>
          <a:prstGeom prst="rect">
            <a:avLst/>
          </a:prstGeom>
        </p:spPr>
        <p:txBody>
          <a:bodyPr vert="horz" lIns="91440" tIns="45720" rIns="91440" bIns="45720" rtlCol="0" anchor="ctr">
            <a:normAutofit/>
          </a:bodyPr>
          <a:lstStyle>
            <a:lvl1pPr algn="ctr" defTabSz="914400" rtl="0" eaLnBrk="1" latinLnBrk="0" hangingPunct="1">
              <a:lnSpc>
                <a:spcPct val="85000"/>
              </a:lnSpc>
              <a:spcBef>
                <a:spcPct val="0"/>
              </a:spcBef>
              <a:buNone/>
              <a:defRPr sz="4800" kern="1200" spc="-50" baseline="0">
                <a:solidFill>
                  <a:srgbClr val="002060"/>
                </a:solidFill>
                <a:effectLst/>
                <a:latin typeface="Times New Roman" panose="02020603050405020304" pitchFamily="18" charset="0"/>
                <a:ea typeface="HY울릉도B" panose="02030600000101010101" pitchFamily="18" charset="-127"/>
                <a:cs typeface="Times New Roman" panose="02020603050405020304" pitchFamily="18" charset="0"/>
              </a:defRPr>
            </a:lvl1pPr>
          </a:lstStyle>
          <a:p>
            <a:endParaRPr lang="en-US" sz="2500"/>
          </a:p>
        </p:txBody>
      </p:sp>
      <p:sp>
        <p:nvSpPr>
          <p:cNvPr id="6" name="Title 5">
            <a:extLst>
              <a:ext uri="{FF2B5EF4-FFF2-40B4-BE49-F238E27FC236}">
                <a16:creationId xmlns:a16="http://schemas.microsoft.com/office/drawing/2014/main" id="{76FF4C0F-EAC6-D20F-2C9F-C8B00B499583}"/>
              </a:ext>
            </a:extLst>
          </p:cNvPr>
          <p:cNvSpPr>
            <a:spLocks noGrp="1"/>
          </p:cNvSpPr>
          <p:nvPr>
            <p:ph type="ctrTitle"/>
          </p:nvPr>
        </p:nvSpPr>
        <p:spPr/>
        <p:txBody>
          <a:bodyPr>
            <a:normAutofit/>
          </a:bodyPr>
          <a:lstStyle/>
          <a:p>
            <a:r>
              <a:rPr lang="vi-VN"/>
              <a:t>Nghiên cứu bộ điều khiển VOC sử dụng thuật toán Andronov–Hopf kết hợp các vòng điều khiển điện áp và dòng điện cho bộ nghịch lưu một pha làm việc song song</a:t>
            </a:r>
            <a:endParaRPr lang="en-US"/>
          </a:p>
        </p:txBody>
      </p:sp>
      <p:sp>
        <p:nvSpPr>
          <p:cNvPr id="8" name="Subtitle 7">
            <a:extLst>
              <a:ext uri="{FF2B5EF4-FFF2-40B4-BE49-F238E27FC236}">
                <a16:creationId xmlns:a16="http://schemas.microsoft.com/office/drawing/2014/main" id="{D96605E2-E813-A90A-4292-FCF1C45E5150}"/>
              </a:ext>
            </a:extLst>
          </p:cNvPr>
          <p:cNvSpPr>
            <a:spLocks noGrp="1"/>
          </p:cNvSpPr>
          <p:nvPr>
            <p:ph type="subTitle" idx="1"/>
          </p:nvPr>
        </p:nvSpPr>
        <p:spPr>
          <a:xfrm>
            <a:off x="2687217" y="4821195"/>
            <a:ext cx="8328504" cy="1204465"/>
          </a:xfrm>
        </p:spPr>
        <p:txBody>
          <a:bodyPr>
            <a:normAutofit lnSpcReduction="10000"/>
          </a:bodyPr>
          <a:lstStyle/>
          <a:p>
            <a:pPr algn="l"/>
            <a:r>
              <a:rPr lang="en-US" sz="2400" b="1">
                <a:solidFill>
                  <a:srgbClr val="002060"/>
                </a:solidFill>
              </a:rPr>
              <a:t>Sinh viên: 	</a:t>
            </a:r>
            <a:r>
              <a:rPr lang="vi-VN" sz="2400" b="1">
                <a:solidFill>
                  <a:srgbClr val="002060"/>
                </a:solidFill>
              </a:rPr>
              <a:t>Lê Trung Anh 20241653E</a:t>
            </a:r>
            <a:endParaRPr lang="en-US" sz="2400" b="1">
              <a:solidFill>
                <a:srgbClr val="002060"/>
              </a:solidFill>
            </a:endParaRPr>
          </a:p>
          <a:p>
            <a:pPr algn="l"/>
            <a:r>
              <a:rPr lang="en-US" sz="2400" b="1">
                <a:solidFill>
                  <a:srgbClr val="002060"/>
                </a:solidFill>
              </a:rPr>
              <a:t>		</a:t>
            </a:r>
            <a:r>
              <a:rPr lang="vi-VN" sz="2400" b="1">
                <a:solidFill>
                  <a:srgbClr val="002060"/>
                </a:solidFill>
              </a:rPr>
              <a:t>Đinh Tiến Dũng 20241703E</a:t>
            </a:r>
            <a:r>
              <a:rPr lang="en-US" sz="2400" b="1">
                <a:solidFill>
                  <a:srgbClr val="002060"/>
                </a:solidFill>
              </a:rPr>
              <a:t>	</a:t>
            </a:r>
          </a:p>
          <a:p>
            <a:pPr algn="l"/>
            <a:r>
              <a:rPr lang="en-US" sz="2400" b="1">
                <a:solidFill>
                  <a:srgbClr val="002060"/>
                </a:solidFill>
              </a:rPr>
              <a:t>GVHD: 	PGS. TS </a:t>
            </a:r>
            <a:r>
              <a:rPr lang="vi-VN" sz="2400" b="1">
                <a:solidFill>
                  <a:srgbClr val="002060"/>
                </a:solidFill>
              </a:rPr>
              <a:t>VŨ HOÀNG PHƯƠNG</a:t>
            </a:r>
            <a:endParaRPr lang="en-US" sz="2400" b="1">
              <a:solidFill>
                <a:srgbClr val="002060"/>
              </a:solidFill>
            </a:endParaRPr>
          </a:p>
          <a:p>
            <a:pPr algn="l"/>
            <a:endParaRPr lang="en-US" sz="2400" b="1" dirty="0">
              <a:solidFill>
                <a:srgbClr val="002060"/>
              </a:solidFill>
            </a:endParaRPr>
          </a:p>
        </p:txBody>
      </p:sp>
    </p:spTree>
    <p:extLst>
      <p:ext uri="{BB962C8B-B14F-4D97-AF65-F5344CB8AC3E}">
        <p14:creationId xmlns:p14="http://schemas.microsoft.com/office/powerpoint/2010/main" val="108205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0A05B-3F8F-4935-947F-83DBABB52A99}"/>
              </a:ext>
            </a:extLst>
          </p:cNvPr>
          <p:cNvSpPr>
            <a:spLocks noGrp="1"/>
          </p:cNvSpPr>
          <p:nvPr>
            <p:ph type="title"/>
          </p:nvPr>
        </p:nvSpPr>
        <p:spPr>
          <a:xfrm>
            <a:off x="1794533" y="79119"/>
            <a:ext cx="8635342" cy="457318"/>
          </a:xfrm>
        </p:spPr>
        <p:txBody>
          <a:bodyPr>
            <a:noAutofit/>
          </a:bodyPr>
          <a:lstStyle/>
          <a:p>
            <a:pPr algn="ctr"/>
            <a:r>
              <a:rPr lang="en-US" sz="3200" dirty="0">
                <a:latin typeface="Lato" panose="020F0502020204030203" pitchFamily="34" charset="0"/>
                <a:cs typeface="Lato" panose="020F0502020204030203" pitchFamily="34" charset="0"/>
              </a:rPr>
              <a:t>Contents </a:t>
            </a:r>
          </a:p>
        </p:txBody>
      </p:sp>
      <p:sp>
        <p:nvSpPr>
          <p:cNvPr id="4" name="Slide Number Placeholder 3">
            <a:extLst>
              <a:ext uri="{FF2B5EF4-FFF2-40B4-BE49-F238E27FC236}">
                <a16:creationId xmlns:a16="http://schemas.microsoft.com/office/drawing/2014/main" id="{AB2EF175-880F-4B60-BB4B-3FBC90D00EAF}"/>
              </a:ext>
            </a:extLst>
          </p:cNvPr>
          <p:cNvSpPr>
            <a:spLocks noGrp="1"/>
          </p:cNvSpPr>
          <p:nvPr>
            <p:ph type="sldNum" sz="quarter" idx="4"/>
          </p:nvPr>
        </p:nvSpPr>
        <p:spPr/>
        <p:txBody>
          <a:bodyPr/>
          <a:lstStyle/>
          <a:p>
            <a:fld id="{D7016DB7-74C3-4088-91B2-8C513CF55A6C}" type="slidenum">
              <a:rPr lang="en-US" smtClean="0"/>
              <a:pPr/>
              <a:t>2</a:t>
            </a:fld>
            <a:endParaRPr lang="en-US"/>
          </a:p>
        </p:txBody>
      </p:sp>
      <p:sp>
        <p:nvSpPr>
          <p:cNvPr id="10" name="Rectangle 9">
            <a:extLst>
              <a:ext uri="{FF2B5EF4-FFF2-40B4-BE49-F238E27FC236}">
                <a16:creationId xmlns:a16="http://schemas.microsoft.com/office/drawing/2014/main" id="{C504B2A7-2E79-AB30-02C7-BD5919B5E1CE}"/>
              </a:ext>
            </a:extLst>
          </p:cNvPr>
          <p:cNvSpPr/>
          <p:nvPr/>
        </p:nvSpPr>
        <p:spPr>
          <a:xfrm>
            <a:off x="1396402" y="1623058"/>
            <a:ext cx="9344168" cy="515219"/>
          </a:xfrm>
          <a:prstGeom prst="rect">
            <a:avLst/>
          </a:prstGeom>
          <a:gradFill flip="none" rotWithShape="1">
            <a:gsLst>
              <a:gs pos="100000">
                <a:schemeClr val="bg1">
                  <a:lumMod val="85000"/>
                </a:schemeClr>
              </a:gs>
              <a:gs pos="0">
                <a:schemeClr val="dk2">
                  <a:tint val="100000"/>
                  <a:shade val="48000"/>
                  <a:satMod val="120000"/>
                  <a:alpha val="0"/>
                </a:schemeClr>
              </a:gs>
            </a:gsLst>
            <a:path path="circle">
              <a:fillToRect l="100000" t="100000"/>
            </a:path>
            <a:tileRect r="-100000" b="-100000"/>
          </a:gradFill>
          <a:ln>
            <a:solidFill>
              <a:schemeClr val="bg1"/>
            </a:solid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180975"/>
            <a:r>
              <a:rPr lang="vi-VN" sz="2800" b="1">
                <a:solidFill>
                  <a:srgbClr val="002060"/>
                </a:solidFill>
                <a:latin typeface="Lato" panose="020F0502020204030203" pitchFamily="34" charset="0"/>
                <a:ea typeface="Lato" panose="020F0502020204030203" pitchFamily="34" charset="0"/>
                <a:cs typeface="Lato" panose="020F0502020204030203" pitchFamily="34" charset="0"/>
              </a:rPr>
              <a:t>Đặt vấn đề</a:t>
            </a:r>
            <a:endParaRPr lang="en-US" sz="2800" b="1" dirty="0">
              <a:solidFill>
                <a:srgbClr val="002060"/>
              </a:solidFill>
              <a:latin typeface="Lato" panose="020F0502020204030203" pitchFamily="34" charset="0"/>
              <a:ea typeface="Lato" panose="020F0502020204030203" pitchFamily="34" charset="0"/>
              <a:cs typeface="Lato" panose="020F0502020204030203" pitchFamily="34" charset="0"/>
            </a:endParaRPr>
          </a:p>
        </p:txBody>
      </p:sp>
      <p:sp>
        <p:nvSpPr>
          <p:cNvPr id="25" name="Rectangle 24">
            <a:extLst>
              <a:ext uri="{FF2B5EF4-FFF2-40B4-BE49-F238E27FC236}">
                <a16:creationId xmlns:a16="http://schemas.microsoft.com/office/drawing/2014/main" id="{0C1A3D97-9A4F-8F76-E8D2-72F5B4992A3C}"/>
              </a:ext>
            </a:extLst>
          </p:cNvPr>
          <p:cNvSpPr/>
          <p:nvPr/>
        </p:nvSpPr>
        <p:spPr>
          <a:xfrm>
            <a:off x="1396401" y="2679519"/>
            <a:ext cx="9344169" cy="517522"/>
          </a:xfrm>
          <a:prstGeom prst="rect">
            <a:avLst/>
          </a:prstGeom>
          <a:gradFill flip="none" rotWithShape="1">
            <a:gsLst>
              <a:gs pos="100000">
                <a:schemeClr val="bg1">
                  <a:lumMod val="85000"/>
                </a:schemeClr>
              </a:gs>
              <a:gs pos="0">
                <a:schemeClr val="dk2">
                  <a:tint val="100000"/>
                  <a:shade val="48000"/>
                  <a:satMod val="120000"/>
                  <a:alpha val="0"/>
                </a:schemeClr>
              </a:gs>
            </a:gsLst>
            <a:path path="circle">
              <a:fillToRect l="100000" t="100000"/>
            </a:path>
            <a:tileRect r="-100000" b="-100000"/>
          </a:gradFill>
          <a:ln>
            <a:solidFill>
              <a:schemeClr val="bg1"/>
            </a:solid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180975"/>
            <a:r>
              <a:rPr lang="en-US" sz="2800" b="1">
                <a:solidFill>
                  <a:srgbClr val="002060"/>
                </a:solidFill>
                <a:latin typeface="Lato" panose="020F0502020204030203" pitchFamily="34" charset="0"/>
                <a:ea typeface="Lato" panose="020F0502020204030203" pitchFamily="34" charset="0"/>
                <a:cs typeface="Lato" panose="020F0502020204030203" pitchFamily="34" charset="0"/>
              </a:rPr>
              <a:t>Thiết kế điều khiển 2 bộ nghịch lưu hoạt động song song</a:t>
            </a:r>
            <a:endParaRPr lang="en-US" sz="2800" b="1" dirty="0">
              <a:solidFill>
                <a:srgbClr val="002060"/>
              </a:solidFill>
              <a:latin typeface="Lato" panose="020F0502020204030203" pitchFamily="34" charset="0"/>
              <a:ea typeface="Lato" panose="020F0502020204030203" pitchFamily="34" charset="0"/>
              <a:cs typeface="Lato" panose="020F0502020204030203" pitchFamily="34" charset="0"/>
            </a:endParaRPr>
          </a:p>
        </p:txBody>
      </p:sp>
      <p:sp>
        <p:nvSpPr>
          <p:cNvPr id="30" name="Rectangle 29">
            <a:extLst>
              <a:ext uri="{FF2B5EF4-FFF2-40B4-BE49-F238E27FC236}">
                <a16:creationId xmlns:a16="http://schemas.microsoft.com/office/drawing/2014/main" id="{358555E0-C720-EDE3-17A5-3EF71705B9BA}"/>
              </a:ext>
            </a:extLst>
          </p:cNvPr>
          <p:cNvSpPr/>
          <p:nvPr/>
        </p:nvSpPr>
        <p:spPr>
          <a:xfrm>
            <a:off x="1396402" y="3776127"/>
            <a:ext cx="9344168" cy="502957"/>
          </a:xfrm>
          <a:prstGeom prst="rect">
            <a:avLst/>
          </a:prstGeom>
          <a:gradFill flip="none" rotWithShape="1">
            <a:gsLst>
              <a:gs pos="100000">
                <a:schemeClr val="bg1">
                  <a:lumMod val="85000"/>
                </a:schemeClr>
              </a:gs>
              <a:gs pos="0">
                <a:schemeClr val="dk2">
                  <a:tint val="100000"/>
                  <a:shade val="48000"/>
                  <a:satMod val="120000"/>
                  <a:alpha val="0"/>
                </a:schemeClr>
              </a:gs>
            </a:gsLst>
            <a:path path="circle">
              <a:fillToRect l="100000" t="100000"/>
            </a:path>
            <a:tileRect r="-100000" b="-100000"/>
          </a:gradFill>
          <a:ln>
            <a:solidFill>
              <a:schemeClr val="bg1"/>
            </a:solid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180975"/>
            <a:r>
              <a:rPr lang="en-US" sz="2800" b="1">
                <a:solidFill>
                  <a:srgbClr val="002060"/>
                </a:solidFill>
                <a:latin typeface="Lato" panose="020F0502020204030203" pitchFamily="34" charset="0"/>
                <a:ea typeface="Lato" panose="020F0502020204030203" pitchFamily="34" charset="0"/>
                <a:cs typeface="Lato" panose="020F0502020204030203" pitchFamily="34" charset="0"/>
              </a:rPr>
              <a:t>Triển khai hệ thống trên mô hình thực nghiệm</a:t>
            </a:r>
            <a:endParaRPr lang="en-US" sz="2800" b="1" dirty="0">
              <a:solidFill>
                <a:srgbClr val="002060"/>
              </a:solidFill>
              <a:latin typeface="Lato" panose="020F0502020204030203" pitchFamily="34" charset="0"/>
              <a:ea typeface="Lato" panose="020F0502020204030203" pitchFamily="34" charset="0"/>
              <a:cs typeface="Lato" panose="020F0502020204030203" pitchFamily="34" charset="0"/>
            </a:endParaRPr>
          </a:p>
        </p:txBody>
      </p:sp>
      <p:sp>
        <p:nvSpPr>
          <p:cNvPr id="9" name="Rectangle 8">
            <a:extLst>
              <a:ext uri="{FF2B5EF4-FFF2-40B4-BE49-F238E27FC236}">
                <a16:creationId xmlns:a16="http://schemas.microsoft.com/office/drawing/2014/main" id="{22E58758-A60E-55D1-F3E6-8095C675EF02}"/>
              </a:ext>
            </a:extLst>
          </p:cNvPr>
          <p:cNvSpPr/>
          <p:nvPr/>
        </p:nvSpPr>
        <p:spPr>
          <a:xfrm>
            <a:off x="838342" y="1635315"/>
            <a:ext cx="459792" cy="50296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Lato" panose="020F0502020204030203" pitchFamily="34" charset="0"/>
                <a:ea typeface="Lato" panose="020F0502020204030203" pitchFamily="34" charset="0"/>
                <a:cs typeface="Lato" panose="020F0502020204030203" pitchFamily="34" charset="0"/>
              </a:rPr>
              <a:t>1</a:t>
            </a:r>
          </a:p>
        </p:txBody>
      </p:sp>
      <p:sp>
        <p:nvSpPr>
          <p:cNvPr id="11" name="Rectangle 10">
            <a:extLst>
              <a:ext uri="{FF2B5EF4-FFF2-40B4-BE49-F238E27FC236}">
                <a16:creationId xmlns:a16="http://schemas.microsoft.com/office/drawing/2014/main" id="{AE53702C-E39A-6C9A-A271-ED6B9151B9CA}"/>
              </a:ext>
            </a:extLst>
          </p:cNvPr>
          <p:cNvSpPr/>
          <p:nvPr/>
        </p:nvSpPr>
        <p:spPr>
          <a:xfrm>
            <a:off x="838342" y="2694078"/>
            <a:ext cx="459792" cy="50296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Lato" panose="020F0502020204030203" pitchFamily="34" charset="0"/>
                <a:ea typeface="Lato" panose="020F0502020204030203" pitchFamily="34" charset="0"/>
                <a:cs typeface="Lato" panose="020F0502020204030203" pitchFamily="34" charset="0"/>
              </a:rPr>
              <a:t>2</a:t>
            </a:r>
          </a:p>
        </p:txBody>
      </p:sp>
      <p:sp>
        <p:nvSpPr>
          <p:cNvPr id="12" name="Rectangle 11">
            <a:extLst>
              <a:ext uri="{FF2B5EF4-FFF2-40B4-BE49-F238E27FC236}">
                <a16:creationId xmlns:a16="http://schemas.microsoft.com/office/drawing/2014/main" id="{2D86A5C4-C756-04C4-F149-3D038AEDA597}"/>
              </a:ext>
            </a:extLst>
          </p:cNvPr>
          <p:cNvSpPr/>
          <p:nvPr/>
        </p:nvSpPr>
        <p:spPr>
          <a:xfrm>
            <a:off x="838342" y="3776122"/>
            <a:ext cx="459792" cy="50296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Lato" panose="020F0502020204030203" pitchFamily="34" charset="0"/>
                <a:ea typeface="Lato" panose="020F0502020204030203" pitchFamily="34" charset="0"/>
                <a:cs typeface="Lato" panose="020F0502020204030203" pitchFamily="34" charset="0"/>
              </a:rPr>
              <a:t>3</a:t>
            </a:r>
          </a:p>
        </p:txBody>
      </p:sp>
    </p:spTree>
    <p:extLst>
      <p:ext uri="{BB962C8B-B14F-4D97-AF65-F5344CB8AC3E}">
        <p14:creationId xmlns:p14="http://schemas.microsoft.com/office/powerpoint/2010/main" val="3161209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0A05B-3F8F-4935-947F-83DBABB52A99}"/>
              </a:ext>
            </a:extLst>
          </p:cNvPr>
          <p:cNvSpPr>
            <a:spLocks noGrp="1"/>
          </p:cNvSpPr>
          <p:nvPr>
            <p:ph type="title"/>
          </p:nvPr>
        </p:nvSpPr>
        <p:spPr>
          <a:xfrm>
            <a:off x="543431" y="79119"/>
            <a:ext cx="8345261" cy="457318"/>
          </a:xfrm>
        </p:spPr>
        <p:txBody>
          <a:bodyPr>
            <a:noAutofit/>
          </a:bodyPr>
          <a:lstStyle/>
          <a:p>
            <a:r>
              <a:rPr lang="en-US" sz="3200">
                <a:latin typeface="Lato" panose="020F0502020204030203" pitchFamily="34" charset="0"/>
                <a:cs typeface="Lato" panose="020F0502020204030203" pitchFamily="34" charset="0"/>
              </a:rPr>
              <a:t>Tổng quan về lưới điện nhỏ Microgrid</a:t>
            </a:r>
            <a:endParaRPr lang="en-US" sz="3200" dirty="0">
              <a:latin typeface="Lato" panose="020F0502020204030203" pitchFamily="34" charset="0"/>
              <a:cs typeface="Lato" panose="020F0502020204030203" pitchFamily="34" charset="0"/>
            </a:endParaRPr>
          </a:p>
        </p:txBody>
      </p:sp>
      <p:sp>
        <p:nvSpPr>
          <p:cNvPr id="4" name="Slide Number Placeholder 3">
            <a:extLst>
              <a:ext uri="{FF2B5EF4-FFF2-40B4-BE49-F238E27FC236}">
                <a16:creationId xmlns:a16="http://schemas.microsoft.com/office/drawing/2014/main" id="{AB2EF175-880F-4B60-BB4B-3FBC90D00EAF}"/>
              </a:ext>
            </a:extLst>
          </p:cNvPr>
          <p:cNvSpPr>
            <a:spLocks noGrp="1"/>
          </p:cNvSpPr>
          <p:nvPr>
            <p:ph type="sldNum" sz="quarter" idx="4"/>
          </p:nvPr>
        </p:nvSpPr>
        <p:spPr/>
        <p:txBody>
          <a:bodyPr/>
          <a:lstStyle/>
          <a:p>
            <a:fld id="{D7016DB7-74C3-4088-91B2-8C513CF55A6C}" type="slidenum">
              <a:rPr lang="en-US" smtClean="0">
                <a:latin typeface="Lato" panose="020F0502020204030203" pitchFamily="34" charset="0"/>
                <a:ea typeface="Lato" panose="020F0502020204030203" pitchFamily="34" charset="0"/>
                <a:cs typeface="Lato" panose="020F0502020204030203" pitchFamily="34" charset="0"/>
              </a:rPr>
              <a:pPr/>
              <a:t>3</a:t>
            </a:fld>
            <a:endParaRPr lang="en-US">
              <a:latin typeface="Lato" panose="020F0502020204030203" pitchFamily="34" charset="0"/>
              <a:ea typeface="Lato" panose="020F0502020204030203" pitchFamily="34" charset="0"/>
              <a:cs typeface="Lato" panose="020F0502020204030203" pitchFamily="34" charset="0"/>
            </a:endParaRPr>
          </a:p>
        </p:txBody>
      </p:sp>
      <p:sp>
        <p:nvSpPr>
          <p:cNvPr id="6" name="Rectangle 5">
            <a:extLst>
              <a:ext uri="{FF2B5EF4-FFF2-40B4-BE49-F238E27FC236}">
                <a16:creationId xmlns:a16="http://schemas.microsoft.com/office/drawing/2014/main" id="{9672356C-8BA4-D07F-4B9D-48587457197C}"/>
              </a:ext>
            </a:extLst>
          </p:cNvPr>
          <p:cNvSpPr/>
          <p:nvPr/>
        </p:nvSpPr>
        <p:spPr>
          <a:xfrm>
            <a:off x="70819" y="33475"/>
            <a:ext cx="459792" cy="50296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Lato" panose="020F0502020204030203" pitchFamily="34" charset="0"/>
                <a:ea typeface="Lato" panose="020F0502020204030203" pitchFamily="34" charset="0"/>
                <a:cs typeface="Lato" panose="020F0502020204030203" pitchFamily="34" charset="0"/>
              </a:rPr>
              <a:t>1</a:t>
            </a:r>
          </a:p>
        </p:txBody>
      </p:sp>
      <p:sp>
        <p:nvSpPr>
          <p:cNvPr id="9" name="Hộp Văn bản 8">
            <a:extLst>
              <a:ext uri="{FF2B5EF4-FFF2-40B4-BE49-F238E27FC236}">
                <a16:creationId xmlns:a16="http://schemas.microsoft.com/office/drawing/2014/main" id="{A4DD861B-2894-C7E6-7304-94CA13A30E3D}"/>
              </a:ext>
            </a:extLst>
          </p:cNvPr>
          <p:cNvSpPr txBox="1"/>
          <p:nvPr/>
        </p:nvSpPr>
        <p:spPr>
          <a:xfrm>
            <a:off x="6739968" y="4948938"/>
            <a:ext cx="4492709" cy="338554"/>
          </a:xfrm>
          <a:prstGeom prst="rect">
            <a:avLst/>
          </a:prstGeom>
          <a:noFill/>
        </p:spPr>
        <p:txBody>
          <a:bodyPr wrap="square">
            <a:spAutoFit/>
          </a:bodyPr>
          <a:lstStyle/>
          <a:p>
            <a:pPr marL="0" marR="0" algn="ctr">
              <a:spcBef>
                <a:spcPts val="300"/>
              </a:spcBef>
              <a:spcAft>
                <a:spcPts val="1000"/>
              </a:spcAft>
              <a:buNone/>
            </a:pPr>
            <a:r>
              <a:rPr lang="en-US" sz="1600" i="1">
                <a:solidFill>
                  <a:srgbClr val="000000"/>
                </a:solidFill>
                <a:effectLst/>
                <a:latin typeface="Lato" panose="020F0502020204030203" pitchFamily="34" charset="0"/>
                <a:ea typeface="Lato" panose="020F0502020204030203" pitchFamily="34" charset="0"/>
                <a:cs typeface="Lato" panose="020F0502020204030203" pitchFamily="34" charset="0"/>
              </a:rPr>
              <a:t>Hình 1. Mô hình lưới điện nhỏ Microgrid</a:t>
            </a:r>
            <a:endParaRPr lang="en-US" sz="1600" i="1">
              <a:solidFill>
                <a:srgbClr val="404040"/>
              </a:solidFill>
              <a:effectLst/>
              <a:latin typeface="Lato" panose="020F0502020204030203" pitchFamily="34" charset="0"/>
              <a:ea typeface="Lato" panose="020F0502020204030203" pitchFamily="34" charset="0"/>
              <a:cs typeface="Lato" panose="020F0502020204030203" pitchFamily="34" charset="0"/>
            </a:endParaRPr>
          </a:p>
        </p:txBody>
      </p:sp>
      <p:pic>
        <p:nvPicPr>
          <p:cNvPr id="11" name="Picture 2">
            <a:extLst>
              <a:ext uri="{FF2B5EF4-FFF2-40B4-BE49-F238E27FC236}">
                <a16:creationId xmlns:a16="http://schemas.microsoft.com/office/drawing/2014/main" id="{F85A6F6A-9B50-5AA3-82EB-6D10B372061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55079" y="775540"/>
            <a:ext cx="7091991" cy="4199206"/>
          </a:xfrm>
          <a:prstGeom prst="rect">
            <a:avLst/>
          </a:prstGeom>
          <a:noFill/>
          <a:extLst>
            <a:ext uri="{909E8E84-426E-40DD-AFC4-6F175D3DCCD1}">
              <a14:hiddenFill xmlns:a14="http://schemas.microsoft.com/office/drawing/2010/main">
                <a:solidFill>
                  <a:srgbClr val="FFFFFF"/>
                </a:solidFill>
              </a14:hiddenFill>
            </a:ext>
          </a:extLst>
        </p:spPr>
      </p:pic>
      <p:sp>
        <p:nvSpPr>
          <p:cNvPr id="5" name="Hộp Văn bản 4">
            <a:extLst>
              <a:ext uri="{FF2B5EF4-FFF2-40B4-BE49-F238E27FC236}">
                <a16:creationId xmlns:a16="http://schemas.microsoft.com/office/drawing/2014/main" id="{FD50A2F3-57EA-3881-5DDA-31887A2146C1}"/>
              </a:ext>
            </a:extLst>
          </p:cNvPr>
          <p:cNvSpPr txBox="1"/>
          <p:nvPr/>
        </p:nvSpPr>
        <p:spPr>
          <a:xfrm>
            <a:off x="123304" y="1443841"/>
            <a:ext cx="4680925" cy="3970318"/>
          </a:xfrm>
          <a:prstGeom prst="rect">
            <a:avLst/>
          </a:prstGeom>
          <a:noFill/>
        </p:spPr>
        <p:txBody>
          <a:bodyPr wrap="square">
            <a:spAutoFit/>
          </a:bodyPr>
          <a:lstStyle/>
          <a:p>
            <a:pPr>
              <a:buNone/>
            </a:pPr>
            <a:r>
              <a:rPr lang="en-US">
                <a:latin typeface="Lato" panose="020F0502020204030203" pitchFamily="34" charset="0"/>
                <a:ea typeface="Lato" panose="020F0502020204030203" pitchFamily="34" charset="0"/>
                <a:cs typeface="Lato" panose="020F0502020204030203" pitchFamily="34" charset="0"/>
              </a:rPr>
              <a:t>AC Microgrid gồm nhiều nguồn phân tán, chúng được kết nối thông qua các bộ nghịch lưu. Khi nhiều bộ nghịch lưu hoạt động song song, hệ thống cần đảm bảo:</a:t>
            </a:r>
          </a:p>
          <a:p>
            <a:pPr marL="285750" indent="-285750">
              <a:buFont typeface="Arial" panose="020B0604020202020204" pitchFamily="34" charset="0"/>
              <a:buChar char="•"/>
            </a:pPr>
            <a:r>
              <a:rPr lang="en-US">
                <a:latin typeface="Lato" panose="020F0502020204030203" pitchFamily="34" charset="0"/>
                <a:ea typeface="Lato" panose="020F0502020204030203" pitchFamily="34" charset="0"/>
                <a:cs typeface="Lato" panose="020F0502020204030203" pitchFamily="34" charset="0"/>
              </a:rPr>
              <a:t>Chia sẻ công suất tác dụng và phản kháng.</a:t>
            </a:r>
          </a:p>
          <a:p>
            <a:pPr marL="285750" indent="-285750">
              <a:buFont typeface="Arial" panose="020B0604020202020204" pitchFamily="34" charset="0"/>
              <a:buChar char="•"/>
            </a:pPr>
            <a:r>
              <a:rPr lang="en-US">
                <a:latin typeface="Lato" panose="020F0502020204030203" pitchFamily="34" charset="0"/>
                <a:ea typeface="Lato" panose="020F0502020204030203" pitchFamily="34" charset="0"/>
                <a:cs typeface="Lato" panose="020F0502020204030203" pitchFamily="34" charset="0"/>
              </a:rPr>
              <a:t>Đồng bộ biên độ điện áp, tần số và góc pha.</a:t>
            </a:r>
          </a:p>
          <a:p>
            <a:pPr marL="285750" indent="-285750">
              <a:buFont typeface="Arial" panose="020B0604020202020204" pitchFamily="34" charset="0"/>
              <a:buChar char="•"/>
            </a:pPr>
            <a:r>
              <a:rPr lang="en-US">
                <a:latin typeface="Lato" panose="020F0502020204030203" pitchFamily="34" charset="0"/>
                <a:ea typeface="Lato" panose="020F0502020204030203" pitchFamily="34" charset="0"/>
                <a:cs typeface="Lato" panose="020F0502020204030203" pitchFamily="34" charset="0"/>
              </a:rPr>
              <a:t>Đảm bảo ổn định khi kết nối hoặc tách khỏi lưới.</a:t>
            </a:r>
          </a:p>
          <a:p>
            <a:pPr>
              <a:buNone/>
            </a:pPr>
            <a:r>
              <a:rPr lang="en-US">
                <a:latin typeface="Lato" panose="020F0502020204030203" pitchFamily="34" charset="0"/>
                <a:ea typeface="Lato" panose="020F0502020204030203" pitchFamily="34" charset="0"/>
                <a:cs typeface="Lato" panose="020F0502020204030203" pitchFamily="34" charset="0"/>
              </a:rPr>
              <a:t>→ Bộ điều khiển Virtual Oscillator Control (VOC) sử dụng đặc tính dao động Van der Pol đáp ứng được việc tự đồng bộ và vận hành ổn định trong Microgrid.</a:t>
            </a:r>
          </a:p>
        </p:txBody>
      </p:sp>
    </p:spTree>
    <p:extLst>
      <p:ext uri="{BB962C8B-B14F-4D97-AF65-F5344CB8AC3E}">
        <p14:creationId xmlns:p14="http://schemas.microsoft.com/office/powerpoint/2010/main" val="4091395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3CF68-04CA-2A39-1FF2-9D453D2C6A9E}"/>
            </a:ext>
          </a:extLst>
        </p:cNvPr>
        <p:cNvGrpSpPr/>
        <p:nvPr/>
      </p:nvGrpSpPr>
      <p:grpSpPr>
        <a:xfrm>
          <a:off x="0" y="0"/>
          <a:ext cx="0" cy="0"/>
          <a:chOff x="0" y="0"/>
          <a:chExt cx="0" cy="0"/>
        </a:xfrm>
      </p:grpSpPr>
      <p:pic>
        <p:nvPicPr>
          <p:cNvPr id="10" name="Picture 10">
            <a:extLst>
              <a:ext uri="{FF2B5EF4-FFF2-40B4-BE49-F238E27FC236}">
                <a16:creationId xmlns:a16="http://schemas.microsoft.com/office/drawing/2014/main" id="{5EA7C210-44EC-35C3-FC59-2DFDF70B6D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1093" y="589926"/>
            <a:ext cx="4171722" cy="1689340"/>
          </a:xfrm>
          <a:prstGeom prst="rect">
            <a:avLst/>
          </a:prstGeom>
        </p:spPr>
      </p:pic>
      <p:pic>
        <p:nvPicPr>
          <p:cNvPr id="3" name="Hình ảnh 13" descr="Ảnh có chứa hàng, biểu đồ, Phông chữ, Sơ đồ&#10;&#10;Nội dung do AI tạo ra có thể không chính xác.">
            <a:extLst>
              <a:ext uri="{FF2B5EF4-FFF2-40B4-BE49-F238E27FC236}">
                <a16:creationId xmlns:a16="http://schemas.microsoft.com/office/drawing/2014/main" id="{AECFB104-18C8-01C7-4536-72E509E3FB6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80" y="4855628"/>
            <a:ext cx="5671281" cy="1201393"/>
          </a:xfrm>
          <a:prstGeom prst="rect">
            <a:avLst/>
          </a:prstGeom>
        </p:spPr>
      </p:pic>
      <p:pic>
        <p:nvPicPr>
          <p:cNvPr id="5" name="Picture 4">
            <a:extLst>
              <a:ext uri="{FF2B5EF4-FFF2-40B4-BE49-F238E27FC236}">
                <a16:creationId xmlns:a16="http://schemas.microsoft.com/office/drawing/2014/main" id="{E71F43D2-BDCC-B5BB-0729-B6FF67D6A45E}"/>
              </a:ext>
            </a:extLst>
          </p:cNvPr>
          <p:cNvPicPr>
            <a:picLocks noChangeAspect="1"/>
          </p:cNvPicPr>
          <p:nvPr/>
        </p:nvPicPr>
        <p:blipFill>
          <a:blip r:embed="rId5"/>
          <a:stretch>
            <a:fillRect/>
          </a:stretch>
        </p:blipFill>
        <p:spPr>
          <a:xfrm>
            <a:off x="239186" y="1003601"/>
            <a:ext cx="6934915" cy="3618447"/>
          </a:xfrm>
          <a:prstGeom prst="rect">
            <a:avLst/>
          </a:prstGeom>
        </p:spPr>
      </p:pic>
      <p:sp>
        <p:nvSpPr>
          <p:cNvPr id="2" name="Title 1">
            <a:extLst>
              <a:ext uri="{FF2B5EF4-FFF2-40B4-BE49-F238E27FC236}">
                <a16:creationId xmlns:a16="http://schemas.microsoft.com/office/drawing/2014/main" id="{27997DE9-223A-4E26-962D-B7EC8FEC6363}"/>
              </a:ext>
            </a:extLst>
          </p:cNvPr>
          <p:cNvSpPr>
            <a:spLocks noGrp="1"/>
          </p:cNvSpPr>
          <p:nvPr>
            <p:ph type="title"/>
          </p:nvPr>
        </p:nvSpPr>
        <p:spPr>
          <a:xfrm>
            <a:off x="527966" y="79119"/>
            <a:ext cx="10190834" cy="457318"/>
          </a:xfrm>
        </p:spPr>
        <p:txBody>
          <a:bodyPr>
            <a:noAutofit/>
          </a:bodyPr>
          <a:lstStyle/>
          <a:p>
            <a:r>
              <a:rPr lang="en-US" sz="3200">
                <a:latin typeface="Lato" panose="020F0502020204030203" pitchFamily="34" charset="0"/>
                <a:cs typeface="Lato" panose="020F0502020204030203" pitchFamily="34" charset="0"/>
              </a:rPr>
              <a:t>Thiết kế điều khiển 2 bộ nghịch lưu hoạt động song song</a:t>
            </a:r>
            <a:endParaRPr lang="en-US" sz="3200" dirty="0">
              <a:latin typeface="Lato" panose="020F0502020204030203" pitchFamily="34" charset="0"/>
              <a:cs typeface="Lato" panose="020F0502020204030203" pitchFamily="34" charset="0"/>
            </a:endParaRPr>
          </a:p>
        </p:txBody>
      </p:sp>
      <p:sp>
        <p:nvSpPr>
          <p:cNvPr id="4" name="Slide Number Placeholder 3">
            <a:extLst>
              <a:ext uri="{FF2B5EF4-FFF2-40B4-BE49-F238E27FC236}">
                <a16:creationId xmlns:a16="http://schemas.microsoft.com/office/drawing/2014/main" id="{F28A4853-8AE8-41C0-8416-BA6A62A7C1BB}"/>
              </a:ext>
            </a:extLst>
          </p:cNvPr>
          <p:cNvSpPr>
            <a:spLocks noGrp="1"/>
          </p:cNvSpPr>
          <p:nvPr>
            <p:ph type="sldNum" sz="quarter" idx="4"/>
          </p:nvPr>
        </p:nvSpPr>
        <p:spPr>
          <a:xfrm>
            <a:off x="10109721" y="6540783"/>
            <a:ext cx="1312025" cy="226714"/>
          </a:xfrm>
        </p:spPr>
        <p:txBody>
          <a:bodyPr/>
          <a:lstStyle/>
          <a:p>
            <a:fld id="{D7016DB7-74C3-4088-91B2-8C513CF55A6C}" type="slidenum">
              <a:rPr lang="en-US" smtClean="0"/>
              <a:pPr/>
              <a:t>4</a:t>
            </a:fld>
            <a:endParaRPr lang="en-US"/>
          </a:p>
        </p:txBody>
      </p:sp>
      <p:sp>
        <p:nvSpPr>
          <p:cNvPr id="6" name="Rectangle 5">
            <a:extLst>
              <a:ext uri="{FF2B5EF4-FFF2-40B4-BE49-F238E27FC236}">
                <a16:creationId xmlns:a16="http://schemas.microsoft.com/office/drawing/2014/main" id="{9E444898-67BE-8F4E-8113-C33954B6AAAB}"/>
              </a:ext>
            </a:extLst>
          </p:cNvPr>
          <p:cNvSpPr/>
          <p:nvPr/>
        </p:nvSpPr>
        <p:spPr>
          <a:xfrm>
            <a:off x="70819" y="33475"/>
            <a:ext cx="459792" cy="50296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Lato" panose="020F0502020204030203" pitchFamily="34" charset="0"/>
                <a:ea typeface="Lato" panose="020F0502020204030203" pitchFamily="34" charset="0"/>
                <a:cs typeface="Lato" panose="020F0502020204030203" pitchFamily="34" charset="0"/>
              </a:rPr>
              <a:t>2</a:t>
            </a:r>
          </a:p>
        </p:txBody>
      </p:sp>
      <p:sp>
        <p:nvSpPr>
          <p:cNvPr id="11" name="TextBox 6">
            <a:extLst>
              <a:ext uri="{FF2B5EF4-FFF2-40B4-BE49-F238E27FC236}">
                <a16:creationId xmlns:a16="http://schemas.microsoft.com/office/drawing/2014/main" id="{C45122B2-CAFC-DB87-01C5-78D965FDD0CE}"/>
              </a:ext>
            </a:extLst>
          </p:cNvPr>
          <p:cNvSpPr txBox="1"/>
          <p:nvPr/>
        </p:nvSpPr>
        <p:spPr>
          <a:xfrm>
            <a:off x="10575783" y="5437077"/>
            <a:ext cx="1688808" cy="83099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 Hình 5. </a:t>
            </a:r>
            <a:r>
              <a:rPr kumimoji="0" lang="vi-VN"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Phương trình và</a:t>
            </a: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 </a:t>
            </a:r>
            <a:r>
              <a:rPr kumimoji="0" lang="vi-VN"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sơ đồ bộ</a:t>
            </a: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 VOC Hopf</a:t>
            </a:r>
            <a:endParaRPr kumimoji="0" lang="en-US" sz="1600" b="0" i="1" u="none" strike="noStrike" kern="1200" cap="none" spc="0" normalizeH="0" baseline="0" noProof="0" dirty="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8" name="TextBox 6">
            <a:extLst>
              <a:ext uri="{FF2B5EF4-FFF2-40B4-BE49-F238E27FC236}">
                <a16:creationId xmlns:a16="http://schemas.microsoft.com/office/drawing/2014/main" id="{363E201B-B5F3-DAE6-E717-A11E7DD5AB55}"/>
              </a:ext>
            </a:extLst>
          </p:cNvPr>
          <p:cNvSpPr txBox="1"/>
          <p:nvPr/>
        </p:nvSpPr>
        <p:spPr>
          <a:xfrm>
            <a:off x="527966" y="4468241"/>
            <a:ext cx="5349310"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 Hình 2. </a:t>
            </a:r>
            <a:r>
              <a:rPr kumimoji="0" lang="vi-VN"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Sơ đồ điều khiển 1 bộ nghịch lưu nguồn áp 1 pha</a:t>
            </a:r>
            <a:endParaRPr kumimoji="0" lang="en-US" sz="1600" b="0" i="1" u="none" strike="noStrike" kern="1200" cap="none" spc="0" normalizeH="0" baseline="0" noProof="0" dirty="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p:txBody>
      </p:sp>
      <p:graphicFrame>
        <p:nvGraphicFramePr>
          <p:cNvPr id="7" name="Object 6">
            <a:extLst>
              <a:ext uri="{FF2B5EF4-FFF2-40B4-BE49-F238E27FC236}">
                <a16:creationId xmlns:a16="http://schemas.microsoft.com/office/drawing/2014/main" id="{87C2B1BA-F468-1964-61AC-0D4A7A9C017C}"/>
              </a:ext>
            </a:extLst>
          </p:cNvPr>
          <p:cNvGraphicFramePr>
            <a:graphicFrameLocks noChangeAspect="1"/>
          </p:cNvGraphicFramePr>
          <p:nvPr>
            <p:extLst>
              <p:ext uri="{D42A27DB-BD31-4B8C-83A1-F6EECF244321}">
                <p14:modId xmlns:p14="http://schemas.microsoft.com/office/powerpoint/2010/main" val="4091262935"/>
              </p:ext>
            </p:extLst>
          </p:nvPr>
        </p:nvGraphicFramePr>
        <p:xfrm>
          <a:off x="7880138" y="5460051"/>
          <a:ext cx="2276475" cy="769937"/>
        </p:xfrm>
        <a:graphic>
          <a:graphicData uri="http://schemas.openxmlformats.org/presentationml/2006/ole">
            <mc:AlternateContent xmlns:mc="http://schemas.openxmlformats.org/markup-compatibility/2006">
              <mc:Choice xmlns:v="urn:schemas-microsoft-com:vml" Requires="v">
                <p:oleObj name="Equation" r:id="rId6" imgW="1498320" imgH="507960" progId="Equation.DSMT4">
                  <p:embed/>
                </p:oleObj>
              </mc:Choice>
              <mc:Fallback>
                <p:oleObj name="Equation" r:id="rId6" imgW="1498320" imgH="507960" progId="Equation.DSMT4">
                  <p:embed/>
                  <p:pic>
                    <p:nvPicPr>
                      <p:cNvPr id="7" name="Object 6">
                        <a:extLst>
                          <a:ext uri="{FF2B5EF4-FFF2-40B4-BE49-F238E27FC236}">
                            <a16:creationId xmlns:a16="http://schemas.microsoft.com/office/drawing/2014/main" id="{87C2B1BA-F468-1964-61AC-0D4A7A9C017C}"/>
                          </a:ext>
                        </a:extLst>
                      </p:cNvPr>
                      <p:cNvPicPr/>
                      <p:nvPr/>
                    </p:nvPicPr>
                    <p:blipFill>
                      <a:blip r:embed="rId7"/>
                      <a:stretch>
                        <a:fillRect/>
                      </a:stretch>
                    </p:blipFill>
                    <p:spPr>
                      <a:xfrm>
                        <a:off x="7880138" y="5460051"/>
                        <a:ext cx="2276475" cy="769937"/>
                      </a:xfrm>
                      <a:prstGeom prst="rect">
                        <a:avLst/>
                      </a:prstGeom>
                    </p:spPr>
                  </p:pic>
                </p:oleObj>
              </mc:Fallback>
            </mc:AlternateContent>
          </a:graphicData>
        </a:graphic>
      </p:graphicFrame>
      <p:pic>
        <p:nvPicPr>
          <p:cNvPr id="30" name="Graphic 29" descr="Badge 1 outline">
            <a:extLst>
              <a:ext uri="{FF2B5EF4-FFF2-40B4-BE49-F238E27FC236}">
                <a16:creationId xmlns:a16="http://schemas.microsoft.com/office/drawing/2014/main" id="{A92D8E71-1413-7B64-F52F-32ACA28A1A4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207782" y="1192713"/>
            <a:ext cx="352201" cy="352201"/>
          </a:xfrm>
          <a:prstGeom prst="rect">
            <a:avLst/>
          </a:prstGeom>
        </p:spPr>
      </p:pic>
      <p:pic>
        <p:nvPicPr>
          <p:cNvPr id="32" name="Graphic 31" descr="Badge outline">
            <a:extLst>
              <a:ext uri="{FF2B5EF4-FFF2-40B4-BE49-F238E27FC236}">
                <a16:creationId xmlns:a16="http://schemas.microsoft.com/office/drawing/2014/main" id="{62CB72A0-5466-3F22-5722-098C449F566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060829" y="1190053"/>
            <a:ext cx="352201" cy="352201"/>
          </a:xfrm>
          <a:prstGeom prst="rect">
            <a:avLst/>
          </a:prstGeom>
        </p:spPr>
      </p:pic>
      <p:pic>
        <p:nvPicPr>
          <p:cNvPr id="34" name="Graphic 33" descr="Badge 3 outline">
            <a:extLst>
              <a:ext uri="{FF2B5EF4-FFF2-40B4-BE49-F238E27FC236}">
                <a16:creationId xmlns:a16="http://schemas.microsoft.com/office/drawing/2014/main" id="{3F8BCC66-1C61-C29E-19B3-8FBAB21B69E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646259" y="1190053"/>
            <a:ext cx="352201" cy="352201"/>
          </a:xfrm>
          <a:prstGeom prst="rect">
            <a:avLst/>
          </a:prstGeom>
        </p:spPr>
      </p:pic>
      <p:pic>
        <p:nvPicPr>
          <p:cNvPr id="35" name="Graphic 34" descr="Badge 1 outline">
            <a:extLst>
              <a:ext uri="{FF2B5EF4-FFF2-40B4-BE49-F238E27FC236}">
                <a16:creationId xmlns:a16="http://schemas.microsoft.com/office/drawing/2014/main" id="{E7A3EEF8-D08F-FA57-F3F8-DF5B4E20CCD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63354" y="4889470"/>
            <a:ext cx="352201" cy="352201"/>
          </a:xfrm>
          <a:prstGeom prst="rect">
            <a:avLst/>
          </a:prstGeom>
        </p:spPr>
      </p:pic>
      <p:pic>
        <p:nvPicPr>
          <p:cNvPr id="40" name="Graphic 39" descr="Badge outline">
            <a:extLst>
              <a:ext uri="{FF2B5EF4-FFF2-40B4-BE49-F238E27FC236}">
                <a16:creationId xmlns:a16="http://schemas.microsoft.com/office/drawing/2014/main" id="{8658D442-A630-FC70-475B-B0A5BA91D21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428891" y="728574"/>
            <a:ext cx="352201" cy="352201"/>
          </a:xfrm>
          <a:prstGeom prst="rect">
            <a:avLst/>
          </a:prstGeom>
        </p:spPr>
      </p:pic>
      <p:pic>
        <p:nvPicPr>
          <p:cNvPr id="43" name="Graphic 42" descr="Badge 3 outline">
            <a:extLst>
              <a:ext uri="{FF2B5EF4-FFF2-40B4-BE49-F238E27FC236}">
                <a16:creationId xmlns:a16="http://schemas.microsoft.com/office/drawing/2014/main" id="{9F353374-FE7B-183C-A382-186ACAAD96F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69044" y="3250748"/>
            <a:ext cx="352201" cy="352201"/>
          </a:xfrm>
          <a:prstGeom prst="rect">
            <a:avLst/>
          </a:prstGeom>
        </p:spPr>
      </p:pic>
      <p:cxnSp>
        <p:nvCxnSpPr>
          <p:cNvPr id="48" name="Straight Arrow Connector 47">
            <a:extLst>
              <a:ext uri="{FF2B5EF4-FFF2-40B4-BE49-F238E27FC236}">
                <a16:creationId xmlns:a16="http://schemas.microsoft.com/office/drawing/2014/main" id="{21A35DA0-7999-9847-9501-565E507FF935}"/>
              </a:ext>
            </a:extLst>
          </p:cNvPr>
          <p:cNvCxnSpPr/>
          <p:nvPr/>
        </p:nvCxnSpPr>
        <p:spPr>
          <a:xfrm>
            <a:off x="690880" y="714763"/>
            <a:ext cx="660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91877CFF-D261-7D7F-1A50-5F69CD7679A4}"/>
              </a:ext>
            </a:extLst>
          </p:cNvPr>
          <p:cNvCxnSpPr/>
          <p:nvPr/>
        </p:nvCxnSpPr>
        <p:spPr>
          <a:xfrm>
            <a:off x="690880" y="936439"/>
            <a:ext cx="6604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6">
            <a:extLst>
              <a:ext uri="{FF2B5EF4-FFF2-40B4-BE49-F238E27FC236}">
                <a16:creationId xmlns:a16="http://schemas.microsoft.com/office/drawing/2014/main" id="{828875AE-BB98-67DA-9855-37BD9CC0327E}"/>
              </a:ext>
            </a:extLst>
          </p:cNvPr>
          <p:cNvSpPr txBox="1"/>
          <p:nvPr/>
        </p:nvSpPr>
        <p:spPr>
          <a:xfrm>
            <a:off x="1465226" y="536437"/>
            <a:ext cx="1837314"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Đường tín hiệu đo</a:t>
            </a:r>
            <a:endParaRPr kumimoji="0" lang="en-US" sz="1600" b="0" i="1" u="none" strike="noStrike" kern="1200" cap="none" spc="0" normalizeH="0" baseline="0" noProof="0" dirty="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1" name="TextBox 6">
            <a:extLst>
              <a:ext uri="{FF2B5EF4-FFF2-40B4-BE49-F238E27FC236}">
                <a16:creationId xmlns:a16="http://schemas.microsoft.com/office/drawing/2014/main" id="{27A54AEA-0367-9B48-97EE-529ED48F6C33}"/>
              </a:ext>
            </a:extLst>
          </p:cNvPr>
          <p:cNvSpPr txBox="1"/>
          <p:nvPr/>
        </p:nvSpPr>
        <p:spPr>
          <a:xfrm>
            <a:off x="1465226" y="770021"/>
            <a:ext cx="2375254"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Đường tín hiệu điều khiển</a:t>
            </a:r>
            <a:endParaRPr kumimoji="0" lang="en-US" sz="1600" b="0" i="1" u="none" strike="noStrike" kern="1200" cap="none" spc="0" normalizeH="0" baseline="0" noProof="0" dirty="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3" name="TextBox 6">
            <a:extLst>
              <a:ext uri="{FF2B5EF4-FFF2-40B4-BE49-F238E27FC236}">
                <a16:creationId xmlns:a16="http://schemas.microsoft.com/office/drawing/2014/main" id="{D3F42EF2-7D8B-1A1F-39CB-F17D3EECEE88}"/>
              </a:ext>
            </a:extLst>
          </p:cNvPr>
          <p:cNvSpPr txBox="1"/>
          <p:nvPr/>
        </p:nvSpPr>
        <p:spPr>
          <a:xfrm>
            <a:off x="7411379" y="2821340"/>
            <a:ext cx="4892519"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 Hình 4. </a:t>
            </a:r>
            <a:r>
              <a:rPr kumimoji="0" lang="vi-VN"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Hàm truyền đối tượng và</a:t>
            </a: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 </a:t>
            </a:r>
            <a:r>
              <a:rPr kumimoji="0" lang="vi-VN"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sơ đồ bộ</a:t>
            </a: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 PR </a:t>
            </a:r>
            <a:r>
              <a:rPr kumimoji="0" lang="vi-VN"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điện áp</a:t>
            </a:r>
            <a:endParaRPr kumimoji="0" lang="en-US" sz="1600" b="0" i="1" u="none" strike="noStrike" kern="1200" cap="none" spc="0" normalizeH="0" baseline="0" noProof="0" dirty="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60" name="TextBox 6">
            <a:extLst>
              <a:ext uri="{FF2B5EF4-FFF2-40B4-BE49-F238E27FC236}">
                <a16:creationId xmlns:a16="http://schemas.microsoft.com/office/drawing/2014/main" id="{6934B296-183A-5F78-7072-4046FDDD84F1}"/>
              </a:ext>
            </a:extLst>
          </p:cNvPr>
          <p:cNvSpPr txBox="1"/>
          <p:nvPr/>
        </p:nvSpPr>
        <p:spPr>
          <a:xfrm>
            <a:off x="291163" y="6087979"/>
            <a:ext cx="5041789"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 Hình 3. </a:t>
            </a:r>
            <a:r>
              <a:rPr kumimoji="0" lang="vi-VN"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Hàm truyền đối tượng và</a:t>
            </a: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 </a:t>
            </a:r>
            <a:r>
              <a:rPr kumimoji="0" lang="vi-VN"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sơ đồ bộ</a:t>
            </a: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 PI </a:t>
            </a:r>
            <a:r>
              <a:rPr kumimoji="0" lang="vi-VN"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dòng điện</a:t>
            </a:r>
            <a:endParaRPr kumimoji="0" lang="en-US" sz="1600" b="0" i="1" u="none" strike="noStrike" kern="1200" cap="none" spc="0" normalizeH="0" baseline="0" noProof="0" dirty="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p:txBody>
      </p:sp>
      <mc:AlternateContent xmlns:mc="http://schemas.openxmlformats.org/markup-compatibility/2006">
        <mc:Choice xmlns:a14="http://schemas.microsoft.com/office/drawing/2010/main" Requires="a14">
          <p:sp>
            <p:nvSpPr>
              <p:cNvPr id="9" name="Hộp Văn bản 10">
                <a:extLst>
                  <a:ext uri="{FF2B5EF4-FFF2-40B4-BE49-F238E27FC236}">
                    <a16:creationId xmlns:a16="http://schemas.microsoft.com/office/drawing/2014/main" id="{B3F9043A-9A7C-8EB0-4F4C-AF4D60693E06}"/>
                  </a:ext>
                </a:extLst>
              </p:cNvPr>
              <p:cNvSpPr txBox="1"/>
              <p:nvPr/>
            </p:nvSpPr>
            <p:spPr>
              <a:xfrm>
                <a:off x="2488011" y="5536895"/>
                <a:ext cx="2704938" cy="546816"/>
              </a:xfrm>
              <a:prstGeom prst="rect">
                <a:avLst/>
              </a:prstGeom>
              <a:noFill/>
            </p:spPr>
            <p:txBody>
              <a:bodyPr wrap="square">
                <a:spAutoFit/>
              </a:bodyPr>
              <a:lstStyle/>
              <a:p>
                <a:pPr/>
                <a14:m>
                  <m:oMathPara xmlns:m="http://schemas.openxmlformats.org/officeDocument/2006/math">
                    <m:oMath>
                      <m:sSub>
                        <m:sSubPr>
                          <m:ctrlPr>
                            <a:rPr lang="vi-VN" sz="1400" i="1">
                              <a:latin typeface="Cambria Math" panose="02040503050406030204" pitchFamily="18" charset="0"/>
                            </a:rPr>
                          </m:ctrlPr>
                        </m:sSubPr>
                        <m:e>
                          <m:r>
                            <a:rPr lang="vi-VN" sz="1400" i="1">
                              <a:latin typeface="Cambria Math" panose="02040503050406030204" pitchFamily="18" charset="0"/>
                            </a:rPr>
                            <m:t>𝐼</m:t>
                          </m:r>
                        </m:e>
                        <m:sub>
                          <m:r>
                            <a:rPr lang="vi-VN" sz="1400" i="1">
                              <a:latin typeface="Cambria Math" panose="02040503050406030204" pitchFamily="18" charset="0"/>
                            </a:rPr>
                            <m:t>𝐿</m:t>
                          </m:r>
                        </m:sub>
                      </m:sSub>
                      <m:d>
                        <m:dPr>
                          <m:ctrlPr>
                            <a:rPr lang="vi-VN" sz="1400" i="1">
                              <a:latin typeface="Cambria Math" panose="02040503050406030204" pitchFamily="18" charset="0"/>
                            </a:rPr>
                          </m:ctrlPr>
                        </m:dPr>
                        <m:e>
                          <m:r>
                            <a:rPr lang="vi-VN" sz="1400" i="1">
                              <a:latin typeface="Cambria Math" panose="02040503050406030204" pitchFamily="18" charset="0"/>
                            </a:rPr>
                            <m:t>𝑠</m:t>
                          </m:r>
                        </m:e>
                      </m:d>
                      <m:r>
                        <a:rPr lang="vi-VN" sz="1400" i="0">
                          <a:latin typeface="Cambria Math" panose="02040503050406030204" pitchFamily="18" charset="0"/>
                        </a:rPr>
                        <m:t>=</m:t>
                      </m:r>
                      <m:f>
                        <m:fPr>
                          <m:ctrlPr>
                            <a:rPr lang="vi-VN" sz="1400" i="1">
                              <a:latin typeface="Cambria Math" panose="02040503050406030204" pitchFamily="18" charset="0"/>
                            </a:rPr>
                          </m:ctrlPr>
                        </m:fPr>
                        <m:num>
                          <m:sSub>
                            <m:sSubPr>
                              <m:ctrlPr>
                                <a:rPr lang="vi-VN" sz="1400" i="1">
                                  <a:latin typeface="Cambria Math" panose="02040503050406030204" pitchFamily="18" charset="0"/>
                                </a:rPr>
                              </m:ctrlPr>
                            </m:sSubPr>
                            <m:e>
                              <m:r>
                                <a:rPr lang="vi-VN" sz="1400" i="1">
                                  <a:latin typeface="Cambria Math" panose="02040503050406030204" pitchFamily="18" charset="0"/>
                                </a:rPr>
                                <m:t>𝐺</m:t>
                              </m:r>
                            </m:e>
                            <m:sub>
                              <m:r>
                                <a:rPr lang="vi-VN" sz="1400" i="1">
                                  <a:latin typeface="Cambria Math" panose="02040503050406030204" pitchFamily="18" charset="0"/>
                                </a:rPr>
                                <m:t>𝑖</m:t>
                              </m:r>
                            </m:sub>
                          </m:sSub>
                          <m:d>
                            <m:dPr>
                              <m:ctrlPr>
                                <a:rPr lang="vi-VN" sz="1400" i="1">
                                  <a:latin typeface="Cambria Math" panose="02040503050406030204" pitchFamily="18" charset="0"/>
                                </a:rPr>
                              </m:ctrlPr>
                            </m:dPr>
                            <m:e>
                              <m:r>
                                <a:rPr lang="vi-VN" sz="1400" i="1">
                                  <a:latin typeface="Cambria Math" panose="02040503050406030204" pitchFamily="18" charset="0"/>
                                </a:rPr>
                                <m:t>𝑠</m:t>
                              </m:r>
                            </m:e>
                          </m:d>
                          <m:r>
                            <a:rPr lang="vi-VN" sz="1400" i="0">
                              <a:latin typeface="Cambria Math" panose="02040503050406030204" pitchFamily="18" charset="0"/>
                            </a:rPr>
                            <m:t>.</m:t>
                          </m:r>
                          <m:r>
                            <a:rPr lang="vi-VN" sz="1400" i="1" smtClean="0">
                              <a:solidFill>
                                <a:srgbClr val="836967"/>
                              </a:solidFill>
                              <a:latin typeface="Cambria Math" panose="02040503050406030204" pitchFamily="18" charset="0"/>
                            </a:rPr>
                            <m:t> </m:t>
                          </m:r>
                          <m:sSub>
                            <m:sSubPr>
                              <m:ctrlPr>
                                <a:rPr lang="vi-VN" sz="1400" i="1">
                                  <a:latin typeface="Cambria Math" panose="02040503050406030204" pitchFamily="18" charset="0"/>
                                </a:rPr>
                              </m:ctrlPr>
                            </m:sSubPr>
                            <m:e>
                              <m:r>
                                <a:rPr lang="vi-VN" sz="1400" i="1">
                                  <a:latin typeface="Cambria Math" panose="02040503050406030204" pitchFamily="18" charset="0"/>
                                </a:rPr>
                                <m:t>𝐺</m:t>
                              </m:r>
                            </m:e>
                            <m:sub>
                              <m:r>
                                <a:rPr lang="vi-VN" sz="1400" i="1">
                                  <a:latin typeface="Cambria Math" panose="02040503050406030204" pitchFamily="18" charset="0"/>
                                </a:rPr>
                                <m:t>𝑑𝑡𝑖</m:t>
                              </m:r>
                            </m:sub>
                          </m:sSub>
                          <m:d>
                            <m:dPr>
                              <m:ctrlPr>
                                <a:rPr lang="vi-VN" sz="1400" i="1">
                                  <a:latin typeface="Cambria Math" panose="02040503050406030204" pitchFamily="18" charset="0"/>
                                </a:rPr>
                              </m:ctrlPr>
                            </m:dPr>
                            <m:e>
                              <m:r>
                                <a:rPr lang="vi-VN" sz="1400" i="1">
                                  <a:latin typeface="Cambria Math" panose="02040503050406030204" pitchFamily="18" charset="0"/>
                                </a:rPr>
                                <m:t>𝑠</m:t>
                              </m:r>
                            </m:e>
                          </m:d>
                        </m:num>
                        <m:den>
                          <m:r>
                            <a:rPr lang="vi-VN" sz="1400" i="0">
                              <a:latin typeface="Cambria Math" panose="02040503050406030204" pitchFamily="18" charset="0"/>
                            </a:rPr>
                            <m:t>1+</m:t>
                          </m:r>
                          <m:sSub>
                            <m:sSubPr>
                              <m:ctrlPr>
                                <a:rPr lang="vi-VN" sz="1400" i="1">
                                  <a:latin typeface="Cambria Math" panose="02040503050406030204" pitchFamily="18" charset="0"/>
                                </a:rPr>
                              </m:ctrlPr>
                            </m:sSubPr>
                            <m:e>
                              <m:r>
                                <a:rPr lang="vi-VN" sz="1400" i="1">
                                  <a:latin typeface="Cambria Math" panose="02040503050406030204" pitchFamily="18" charset="0"/>
                                </a:rPr>
                                <m:t>𝐺</m:t>
                              </m:r>
                            </m:e>
                            <m:sub>
                              <m:r>
                                <a:rPr lang="vi-VN" sz="1400" i="1">
                                  <a:latin typeface="Cambria Math" panose="02040503050406030204" pitchFamily="18" charset="0"/>
                                </a:rPr>
                                <m:t>𝑖</m:t>
                              </m:r>
                            </m:sub>
                          </m:sSub>
                          <m:d>
                            <m:dPr>
                              <m:ctrlPr>
                                <a:rPr lang="vi-VN" sz="1400" i="1">
                                  <a:latin typeface="Cambria Math" panose="02040503050406030204" pitchFamily="18" charset="0"/>
                                </a:rPr>
                              </m:ctrlPr>
                            </m:dPr>
                            <m:e>
                              <m:r>
                                <a:rPr lang="vi-VN" sz="1400" i="1">
                                  <a:latin typeface="Cambria Math" panose="02040503050406030204" pitchFamily="18" charset="0"/>
                                </a:rPr>
                                <m:t>𝑠</m:t>
                              </m:r>
                            </m:e>
                          </m:d>
                          <m:r>
                            <a:rPr lang="vi-VN" sz="1400" i="0">
                              <a:latin typeface="Cambria Math" panose="02040503050406030204" pitchFamily="18" charset="0"/>
                            </a:rPr>
                            <m:t>.</m:t>
                          </m:r>
                          <m:sSub>
                            <m:sSubPr>
                              <m:ctrlPr>
                                <a:rPr lang="vi-VN" sz="1400" i="1">
                                  <a:latin typeface="Cambria Math" panose="02040503050406030204" pitchFamily="18" charset="0"/>
                                </a:rPr>
                              </m:ctrlPr>
                            </m:sSubPr>
                            <m:e>
                              <m:r>
                                <a:rPr lang="vi-VN" sz="1400" i="1">
                                  <a:latin typeface="Cambria Math" panose="02040503050406030204" pitchFamily="18" charset="0"/>
                                </a:rPr>
                                <m:t>𝐺</m:t>
                              </m:r>
                            </m:e>
                            <m:sub>
                              <m:r>
                                <a:rPr lang="vi-VN" sz="1400" i="1">
                                  <a:latin typeface="Cambria Math" panose="02040503050406030204" pitchFamily="18" charset="0"/>
                                </a:rPr>
                                <m:t>𝑑𝑡𝑖</m:t>
                              </m:r>
                            </m:sub>
                          </m:sSub>
                          <m:d>
                            <m:dPr>
                              <m:ctrlPr>
                                <a:rPr lang="vi-VN" sz="1400" i="1">
                                  <a:latin typeface="Cambria Math" panose="02040503050406030204" pitchFamily="18" charset="0"/>
                                </a:rPr>
                              </m:ctrlPr>
                            </m:dPr>
                            <m:e>
                              <m:r>
                                <a:rPr lang="vi-VN" sz="1400" i="1">
                                  <a:latin typeface="Cambria Math" panose="02040503050406030204" pitchFamily="18" charset="0"/>
                                </a:rPr>
                                <m:t>𝑠</m:t>
                              </m:r>
                            </m:e>
                          </m:d>
                        </m:den>
                      </m:f>
                      <m:sSubSup>
                        <m:sSubSupPr>
                          <m:ctrlPr>
                            <a:rPr lang="vi-VN" sz="1400" i="1">
                              <a:latin typeface="Cambria Math" panose="02040503050406030204" pitchFamily="18" charset="0"/>
                            </a:rPr>
                          </m:ctrlPr>
                        </m:sSubSupPr>
                        <m:e>
                          <m:r>
                            <a:rPr lang="vi-VN" sz="1400" i="1">
                              <a:latin typeface="Cambria Math" panose="02040503050406030204" pitchFamily="18" charset="0"/>
                            </a:rPr>
                            <m:t>𝐼</m:t>
                          </m:r>
                        </m:e>
                        <m:sub>
                          <m:r>
                            <a:rPr lang="vi-VN" sz="1400" i="1">
                              <a:latin typeface="Cambria Math" panose="02040503050406030204" pitchFamily="18" charset="0"/>
                            </a:rPr>
                            <m:t>𝐿</m:t>
                          </m:r>
                        </m:sub>
                        <m:sup>
                          <m:r>
                            <a:rPr lang="vi-VN" sz="1400" i="0">
                              <a:latin typeface="Cambria Math" panose="02040503050406030204" pitchFamily="18" charset="0"/>
                            </a:rPr>
                            <m:t>∗</m:t>
                          </m:r>
                        </m:sup>
                      </m:sSubSup>
                      <m:d>
                        <m:dPr>
                          <m:ctrlPr>
                            <a:rPr lang="vi-VN" sz="1400" i="1">
                              <a:latin typeface="Cambria Math" panose="02040503050406030204" pitchFamily="18" charset="0"/>
                            </a:rPr>
                          </m:ctrlPr>
                        </m:dPr>
                        <m:e>
                          <m:r>
                            <a:rPr lang="vi-VN" sz="1400" i="1">
                              <a:latin typeface="Cambria Math" panose="02040503050406030204" pitchFamily="18" charset="0"/>
                            </a:rPr>
                            <m:t>𝑠</m:t>
                          </m:r>
                        </m:e>
                      </m:d>
                    </m:oMath>
                  </m:oMathPara>
                </a14:m>
                <a:endParaRPr lang="vi-VN" sz="1400"/>
              </a:p>
            </p:txBody>
          </p:sp>
        </mc:Choice>
        <mc:Fallback>
          <p:sp>
            <p:nvSpPr>
              <p:cNvPr id="9" name="Hộp Văn bản 10">
                <a:extLst>
                  <a:ext uri="{FF2B5EF4-FFF2-40B4-BE49-F238E27FC236}">
                    <a16:creationId xmlns:a16="http://schemas.microsoft.com/office/drawing/2014/main" id="{B3F9043A-9A7C-8EB0-4F4C-AF4D60693E06}"/>
                  </a:ext>
                </a:extLst>
              </p:cNvPr>
              <p:cNvSpPr txBox="1">
                <a:spLocks noRot="1" noChangeAspect="1" noMove="1" noResize="1" noEditPoints="1" noAdjustHandles="1" noChangeArrowheads="1" noChangeShapeType="1" noTextEdit="1"/>
              </p:cNvSpPr>
              <p:nvPr/>
            </p:nvSpPr>
            <p:spPr>
              <a:xfrm>
                <a:off x="2488011" y="5536895"/>
                <a:ext cx="2704938" cy="546816"/>
              </a:xfrm>
              <a:prstGeom prst="rect">
                <a:avLst/>
              </a:prstGeom>
              <a:blipFill>
                <a:blip r:embed="rId11"/>
                <a:stretch>
                  <a:fillRect/>
                </a:stretch>
              </a:blipFill>
            </p:spPr>
            <p:txBody>
              <a:bodyPr/>
              <a:lstStyle/>
              <a:p>
                <a:r>
                  <a:rPr lang="vi-VN">
                    <a:noFill/>
                  </a:rPr>
                  <a:t> </a:t>
                </a:r>
              </a:p>
            </p:txBody>
          </p:sp>
        </mc:Fallback>
      </mc:AlternateContent>
      <mc:AlternateContent xmlns:mc="http://schemas.openxmlformats.org/markup-compatibility/2006">
        <mc:Choice xmlns:a14="http://schemas.microsoft.com/office/drawing/2010/main" Requires="a14">
          <p:sp>
            <p:nvSpPr>
              <p:cNvPr id="12" name="Hộp Văn bản 10">
                <a:extLst>
                  <a:ext uri="{FF2B5EF4-FFF2-40B4-BE49-F238E27FC236}">
                    <a16:creationId xmlns:a16="http://schemas.microsoft.com/office/drawing/2014/main" id="{204509F5-08E1-3CF0-5ABD-C71499889BE0}"/>
                  </a:ext>
                </a:extLst>
              </p:cNvPr>
              <p:cNvSpPr txBox="1"/>
              <p:nvPr/>
            </p:nvSpPr>
            <p:spPr>
              <a:xfrm>
                <a:off x="7108360" y="2213873"/>
                <a:ext cx="5195538" cy="546816"/>
              </a:xfrm>
              <a:prstGeom prst="rect">
                <a:avLst/>
              </a:prstGeom>
              <a:noFill/>
            </p:spPr>
            <p:txBody>
              <a:bodyPr wrap="square">
                <a:spAutoFit/>
              </a:bodyPr>
              <a:lstStyle/>
              <a:p>
                <a:pPr/>
                <a14:m>
                  <m:oMathPara xmlns:m="http://schemas.openxmlformats.org/officeDocument/2006/math">
                    <m:oMath>
                      <m:sSub>
                        <m:sSubPr>
                          <m:ctrlPr>
                            <a:rPr lang="vi-VN" sz="1400" i="1">
                              <a:solidFill>
                                <a:srgbClr val="836967"/>
                              </a:solidFill>
                              <a:latin typeface="Cambria Math" panose="02040503050406030204" pitchFamily="18" charset="0"/>
                            </a:rPr>
                          </m:ctrlPr>
                        </m:sSubPr>
                        <m:e>
                          <m:r>
                            <m:rPr>
                              <m:sty m:val="p"/>
                            </m:rPr>
                            <a:rPr lang="vi-VN" sz="1400" i="1">
                              <a:solidFill>
                                <a:srgbClr val="836967"/>
                              </a:solidFill>
                              <a:latin typeface="Cambria Math" panose="02040503050406030204" pitchFamily="18" charset="0"/>
                            </a:rPr>
                            <m:t>U</m:t>
                          </m:r>
                        </m:e>
                        <m:sub>
                          <m:r>
                            <m:rPr>
                              <m:sty m:val="p"/>
                            </m:rPr>
                            <a:rPr lang="vi-VN" sz="1400" i="1">
                              <a:latin typeface="Cambria Math" panose="02040503050406030204" pitchFamily="18" charset="0"/>
                            </a:rPr>
                            <m:t>c</m:t>
                          </m:r>
                        </m:sub>
                      </m:sSub>
                      <m:d>
                        <m:dPr>
                          <m:ctrlPr>
                            <a:rPr lang="vi-VN" sz="1400" i="1">
                              <a:latin typeface="Cambria Math" panose="02040503050406030204" pitchFamily="18" charset="0"/>
                            </a:rPr>
                          </m:ctrlPr>
                        </m:dPr>
                        <m:e>
                          <m:r>
                            <a:rPr lang="vi-VN" sz="1400" i="1">
                              <a:latin typeface="Cambria Math" panose="02040503050406030204" pitchFamily="18" charset="0"/>
                            </a:rPr>
                            <m:t>𝑠</m:t>
                          </m:r>
                        </m:e>
                      </m:d>
                      <m:r>
                        <a:rPr lang="vi-VN" sz="1400" i="0">
                          <a:latin typeface="Cambria Math" panose="02040503050406030204" pitchFamily="18" charset="0"/>
                        </a:rPr>
                        <m:t>=</m:t>
                      </m:r>
                      <m:f>
                        <m:fPr>
                          <m:ctrlPr>
                            <a:rPr lang="vi-VN" sz="1400" i="1">
                              <a:solidFill>
                                <a:srgbClr val="836967"/>
                              </a:solidFill>
                              <a:latin typeface="Cambria Math" panose="02040503050406030204" pitchFamily="18" charset="0"/>
                            </a:rPr>
                          </m:ctrlPr>
                        </m:fPr>
                        <m:num>
                          <m:sSub>
                            <m:sSubPr>
                              <m:ctrlPr>
                                <a:rPr lang="vi-VN" sz="1400" i="1">
                                  <a:latin typeface="Cambria Math" panose="02040503050406030204" pitchFamily="18" charset="0"/>
                                </a:rPr>
                              </m:ctrlPr>
                            </m:sSubPr>
                            <m:e>
                              <m:r>
                                <a:rPr lang="vi-VN" sz="1400" i="1">
                                  <a:latin typeface="Cambria Math" panose="02040503050406030204" pitchFamily="18" charset="0"/>
                                </a:rPr>
                                <m:t>𝐺</m:t>
                              </m:r>
                            </m:e>
                            <m:sub>
                              <m:r>
                                <m:rPr>
                                  <m:sty m:val="p"/>
                                </m:rPr>
                                <a:rPr lang="vi-VN" sz="1400" i="1">
                                  <a:latin typeface="Cambria Math" panose="02040503050406030204" pitchFamily="18" charset="0"/>
                                </a:rPr>
                                <m:t>v</m:t>
                              </m:r>
                            </m:sub>
                          </m:sSub>
                          <m:d>
                            <m:dPr>
                              <m:ctrlPr>
                                <a:rPr lang="vi-VN" sz="1400" i="1">
                                  <a:latin typeface="Cambria Math" panose="02040503050406030204" pitchFamily="18" charset="0"/>
                                </a:rPr>
                              </m:ctrlPr>
                            </m:dPr>
                            <m:e>
                              <m:r>
                                <a:rPr lang="vi-VN" sz="1400" i="1">
                                  <a:latin typeface="Cambria Math" panose="02040503050406030204" pitchFamily="18" charset="0"/>
                                </a:rPr>
                                <m:t>𝑠</m:t>
                              </m:r>
                            </m:e>
                          </m:d>
                          <m:r>
                            <a:rPr lang="vi-VN" sz="1400" i="0">
                              <a:latin typeface="Cambria Math" panose="02040503050406030204" pitchFamily="18" charset="0"/>
                            </a:rPr>
                            <m:t>.</m:t>
                          </m:r>
                          <m:r>
                            <a:rPr lang="vi-VN" sz="1400" i="1" smtClean="0">
                              <a:solidFill>
                                <a:srgbClr val="836967"/>
                              </a:solidFill>
                              <a:latin typeface="Cambria Math" panose="02040503050406030204" pitchFamily="18" charset="0"/>
                            </a:rPr>
                            <m:t> </m:t>
                          </m:r>
                          <m:sSub>
                            <m:sSubPr>
                              <m:ctrlPr>
                                <a:rPr lang="vi-VN" sz="1400" i="1">
                                  <a:latin typeface="Cambria Math" panose="02040503050406030204" pitchFamily="18" charset="0"/>
                                </a:rPr>
                              </m:ctrlPr>
                            </m:sSubPr>
                            <m:e>
                              <m:r>
                                <a:rPr lang="vi-VN" sz="1400" i="1">
                                  <a:latin typeface="Cambria Math" panose="02040503050406030204" pitchFamily="18" charset="0"/>
                                </a:rPr>
                                <m:t>𝐺</m:t>
                              </m:r>
                            </m:e>
                            <m:sub>
                              <m:r>
                                <a:rPr lang="vi-VN" sz="1400" i="1">
                                  <a:latin typeface="Cambria Math" panose="02040503050406030204" pitchFamily="18" charset="0"/>
                                </a:rPr>
                                <m:t>𝑑𝑡</m:t>
                              </m:r>
                              <m:r>
                                <m:rPr>
                                  <m:sty m:val="p"/>
                                </m:rPr>
                                <a:rPr lang="vi-VN" sz="1400" i="1">
                                  <a:latin typeface="Cambria Math" panose="02040503050406030204" pitchFamily="18" charset="0"/>
                                </a:rPr>
                                <m:t>v</m:t>
                              </m:r>
                            </m:sub>
                          </m:sSub>
                          <m:d>
                            <m:dPr>
                              <m:ctrlPr>
                                <a:rPr lang="vi-VN" sz="1400" i="1">
                                  <a:latin typeface="Cambria Math" panose="02040503050406030204" pitchFamily="18" charset="0"/>
                                </a:rPr>
                              </m:ctrlPr>
                            </m:dPr>
                            <m:e>
                              <m:r>
                                <a:rPr lang="vi-VN" sz="1400" i="1">
                                  <a:latin typeface="Cambria Math" panose="02040503050406030204" pitchFamily="18" charset="0"/>
                                </a:rPr>
                                <m:t>𝑠</m:t>
                              </m:r>
                            </m:e>
                          </m:d>
                        </m:num>
                        <m:den>
                          <m:r>
                            <a:rPr lang="vi-VN" sz="1400" i="0">
                              <a:latin typeface="Cambria Math" panose="02040503050406030204" pitchFamily="18" charset="0"/>
                            </a:rPr>
                            <m:t>1+</m:t>
                          </m:r>
                          <m:sSub>
                            <m:sSubPr>
                              <m:ctrlPr>
                                <a:rPr lang="vi-VN" sz="1400" i="1">
                                  <a:latin typeface="Cambria Math" panose="02040503050406030204" pitchFamily="18" charset="0"/>
                                </a:rPr>
                              </m:ctrlPr>
                            </m:sSubPr>
                            <m:e>
                              <m:r>
                                <a:rPr lang="vi-VN" sz="1400" i="1">
                                  <a:latin typeface="Cambria Math" panose="02040503050406030204" pitchFamily="18" charset="0"/>
                                </a:rPr>
                                <m:t>𝐺</m:t>
                              </m:r>
                            </m:e>
                            <m:sub>
                              <m:r>
                                <m:rPr>
                                  <m:sty m:val="p"/>
                                </m:rPr>
                                <a:rPr lang="vi-VN" sz="1400" i="1">
                                  <a:latin typeface="Cambria Math" panose="02040503050406030204" pitchFamily="18" charset="0"/>
                                </a:rPr>
                                <m:t>v</m:t>
                              </m:r>
                            </m:sub>
                          </m:sSub>
                          <m:d>
                            <m:dPr>
                              <m:ctrlPr>
                                <a:rPr lang="vi-VN" sz="1400" i="1">
                                  <a:latin typeface="Cambria Math" panose="02040503050406030204" pitchFamily="18" charset="0"/>
                                </a:rPr>
                              </m:ctrlPr>
                            </m:dPr>
                            <m:e>
                              <m:r>
                                <a:rPr lang="vi-VN" sz="1400" i="1">
                                  <a:latin typeface="Cambria Math" panose="02040503050406030204" pitchFamily="18" charset="0"/>
                                </a:rPr>
                                <m:t>𝑠</m:t>
                              </m:r>
                            </m:e>
                          </m:d>
                          <m:r>
                            <a:rPr lang="vi-VN" sz="1400" i="0">
                              <a:latin typeface="Cambria Math" panose="02040503050406030204" pitchFamily="18" charset="0"/>
                            </a:rPr>
                            <m:t>.</m:t>
                          </m:r>
                          <m:sSub>
                            <m:sSubPr>
                              <m:ctrlPr>
                                <a:rPr lang="vi-VN" sz="1400" i="1">
                                  <a:latin typeface="Cambria Math" panose="02040503050406030204" pitchFamily="18" charset="0"/>
                                </a:rPr>
                              </m:ctrlPr>
                            </m:sSubPr>
                            <m:e>
                              <m:r>
                                <a:rPr lang="vi-VN" sz="1400" i="1">
                                  <a:latin typeface="Cambria Math" panose="02040503050406030204" pitchFamily="18" charset="0"/>
                                </a:rPr>
                                <m:t>𝐺</m:t>
                              </m:r>
                            </m:e>
                            <m:sub>
                              <m:r>
                                <a:rPr lang="vi-VN" sz="1400" i="1">
                                  <a:latin typeface="Cambria Math" panose="02040503050406030204" pitchFamily="18" charset="0"/>
                                </a:rPr>
                                <m:t>𝑑𝑡</m:t>
                              </m:r>
                              <m:r>
                                <m:rPr>
                                  <m:sty m:val="p"/>
                                </m:rPr>
                                <a:rPr lang="vi-VN" sz="1400" i="1">
                                  <a:latin typeface="Cambria Math" panose="02040503050406030204" pitchFamily="18" charset="0"/>
                                </a:rPr>
                                <m:t>v</m:t>
                              </m:r>
                            </m:sub>
                          </m:sSub>
                          <m:d>
                            <m:dPr>
                              <m:ctrlPr>
                                <a:rPr lang="vi-VN" sz="1400" i="1">
                                  <a:latin typeface="Cambria Math" panose="02040503050406030204" pitchFamily="18" charset="0"/>
                                </a:rPr>
                              </m:ctrlPr>
                            </m:dPr>
                            <m:e>
                              <m:r>
                                <a:rPr lang="vi-VN" sz="1400" i="1">
                                  <a:latin typeface="Cambria Math" panose="02040503050406030204" pitchFamily="18" charset="0"/>
                                </a:rPr>
                                <m:t>𝑠</m:t>
                              </m:r>
                            </m:e>
                          </m:d>
                        </m:den>
                      </m:f>
                      <m:sSub>
                        <m:sSubPr>
                          <m:ctrlPr>
                            <a:rPr lang="vi-VN" sz="1400" i="1">
                              <a:latin typeface="Cambria Math" panose="02040503050406030204" pitchFamily="18" charset="0"/>
                            </a:rPr>
                          </m:ctrlPr>
                        </m:sSubPr>
                        <m:e>
                          <m:r>
                            <m:rPr>
                              <m:sty m:val="p"/>
                            </m:rPr>
                            <a:rPr lang="vi-VN" sz="1400" i="1">
                              <a:latin typeface="Cambria Math" panose="02040503050406030204" pitchFamily="18" charset="0"/>
                            </a:rPr>
                            <m:t>V</m:t>
                          </m:r>
                        </m:e>
                        <m:sub>
                          <m:r>
                            <m:rPr>
                              <m:sty m:val="p"/>
                            </m:rPr>
                            <a:rPr lang="vi-VN" sz="1400" i="1">
                              <a:latin typeface="Cambria Math" panose="02040503050406030204" pitchFamily="18" charset="0"/>
                            </a:rPr>
                            <m:t>ref</m:t>
                          </m:r>
                        </m:sub>
                      </m:sSub>
                      <m:d>
                        <m:dPr>
                          <m:ctrlPr>
                            <a:rPr lang="vi-VN" sz="1400" i="1">
                              <a:latin typeface="Cambria Math" panose="02040503050406030204" pitchFamily="18" charset="0"/>
                            </a:rPr>
                          </m:ctrlPr>
                        </m:dPr>
                        <m:e>
                          <m:r>
                            <a:rPr lang="vi-VN" sz="1400" i="1">
                              <a:latin typeface="Cambria Math" panose="02040503050406030204" pitchFamily="18" charset="0"/>
                            </a:rPr>
                            <m:t>𝑠</m:t>
                          </m:r>
                        </m:e>
                      </m:d>
                      <m:r>
                        <a:rPr lang="vi-VN" sz="1400" i="0">
                          <a:latin typeface="Cambria Math" panose="02040503050406030204" pitchFamily="18" charset="0"/>
                        </a:rPr>
                        <m:t>−</m:t>
                      </m:r>
                      <m:f>
                        <m:fPr>
                          <m:ctrlPr>
                            <a:rPr lang="vi-VN" sz="1400" i="1">
                              <a:solidFill>
                                <a:srgbClr val="836967"/>
                              </a:solidFill>
                              <a:latin typeface="Cambria Math" panose="02040503050406030204" pitchFamily="18" charset="0"/>
                            </a:rPr>
                          </m:ctrlPr>
                        </m:fPr>
                        <m:num>
                          <m:sSub>
                            <m:sSubPr>
                              <m:ctrlPr>
                                <a:rPr lang="vi-VN" sz="1400" i="1">
                                  <a:latin typeface="Cambria Math" panose="02040503050406030204" pitchFamily="18" charset="0"/>
                                </a:rPr>
                              </m:ctrlPr>
                            </m:sSubPr>
                            <m:e>
                              <m:r>
                                <a:rPr lang="vi-VN" sz="1400" i="1">
                                  <a:latin typeface="Cambria Math" panose="02040503050406030204" pitchFamily="18" charset="0"/>
                                </a:rPr>
                                <m:t>𝐺</m:t>
                              </m:r>
                            </m:e>
                            <m:sub>
                              <m:r>
                                <a:rPr lang="vi-VN" sz="1400" i="1">
                                  <a:latin typeface="Cambria Math" panose="02040503050406030204" pitchFamily="18" charset="0"/>
                                </a:rPr>
                                <m:t>𝑑𝑡</m:t>
                              </m:r>
                              <m:r>
                                <m:rPr>
                                  <m:sty m:val="p"/>
                                </m:rPr>
                                <a:rPr lang="vi-VN" sz="1400" i="1">
                                  <a:latin typeface="Cambria Math" panose="02040503050406030204" pitchFamily="18" charset="0"/>
                                </a:rPr>
                                <m:t>v</m:t>
                              </m:r>
                            </m:sub>
                          </m:sSub>
                          <m:d>
                            <m:dPr>
                              <m:ctrlPr>
                                <a:rPr lang="vi-VN" sz="1400" i="1">
                                  <a:latin typeface="Cambria Math" panose="02040503050406030204" pitchFamily="18" charset="0"/>
                                </a:rPr>
                              </m:ctrlPr>
                            </m:dPr>
                            <m:e>
                              <m:r>
                                <a:rPr lang="vi-VN" sz="1400" i="1">
                                  <a:latin typeface="Cambria Math" panose="02040503050406030204" pitchFamily="18" charset="0"/>
                                </a:rPr>
                                <m:t>𝑠</m:t>
                              </m:r>
                            </m:e>
                          </m:d>
                        </m:num>
                        <m:den>
                          <m:r>
                            <a:rPr lang="vi-VN" sz="1400" i="0">
                              <a:latin typeface="Cambria Math" panose="02040503050406030204" pitchFamily="18" charset="0"/>
                            </a:rPr>
                            <m:t>1+</m:t>
                          </m:r>
                          <m:sSub>
                            <m:sSubPr>
                              <m:ctrlPr>
                                <a:rPr lang="vi-VN" sz="1400" i="1">
                                  <a:latin typeface="Cambria Math" panose="02040503050406030204" pitchFamily="18" charset="0"/>
                                </a:rPr>
                              </m:ctrlPr>
                            </m:sSubPr>
                            <m:e>
                              <m:r>
                                <a:rPr lang="vi-VN" sz="1400" i="1">
                                  <a:latin typeface="Cambria Math" panose="02040503050406030204" pitchFamily="18" charset="0"/>
                                </a:rPr>
                                <m:t>𝐺</m:t>
                              </m:r>
                            </m:e>
                            <m:sub>
                              <m:r>
                                <m:rPr>
                                  <m:sty m:val="p"/>
                                </m:rPr>
                                <a:rPr lang="vi-VN" sz="1400" i="1">
                                  <a:latin typeface="Cambria Math" panose="02040503050406030204" pitchFamily="18" charset="0"/>
                                </a:rPr>
                                <m:t>v</m:t>
                              </m:r>
                            </m:sub>
                          </m:sSub>
                          <m:d>
                            <m:dPr>
                              <m:ctrlPr>
                                <a:rPr lang="vi-VN" sz="1400" i="1">
                                  <a:latin typeface="Cambria Math" panose="02040503050406030204" pitchFamily="18" charset="0"/>
                                </a:rPr>
                              </m:ctrlPr>
                            </m:dPr>
                            <m:e>
                              <m:r>
                                <a:rPr lang="vi-VN" sz="1400" i="1">
                                  <a:latin typeface="Cambria Math" panose="02040503050406030204" pitchFamily="18" charset="0"/>
                                </a:rPr>
                                <m:t>𝑠</m:t>
                              </m:r>
                            </m:e>
                          </m:d>
                          <m:r>
                            <a:rPr lang="vi-VN" sz="1400" i="0">
                              <a:latin typeface="Cambria Math" panose="02040503050406030204" pitchFamily="18" charset="0"/>
                            </a:rPr>
                            <m:t>.</m:t>
                          </m:r>
                          <m:sSub>
                            <m:sSubPr>
                              <m:ctrlPr>
                                <a:rPr lang="vi-VN" sz="1400" i="1">
                                  <a:latin typeface="Cambria Math" panose="02040503050406030204" pitchFamily="18" charset="0"/>
                                </a:rPr>
                              </m:ctrlPr>
                            </m:sSubPr>
                            <m:e>
                              <m:r>
                                <a:rPr lang="vi-VN" sz="1400" i="1">
                                  <a:latin typeface="Cambria Math" panose="02040503050406030204" pitchFamily="18" charset="0"/>
                                </a:rPr>
                                <m:t>𝑈</m:t>
                              </m:r>
                            </m:e>
                            <m:sub>
                              <m:r>
                                <a:rPr lang="vi-VN" sz="1400" i="1">
                                  <a:latin typeface="Cambria Math" panose="02040503050406030204" pitchFamily="18" charset="0"/>
                                </a:rPr>
                                <m:t>𝑑𝑐</m:t>
                              </m:r>
                            </m:sub>
                          </m:sSub>
                          <m:r>
                            <a:rPr lang="vi-VN" sz="1400" i="0">
                              <a:latin typeface="Cambria Math" panose="02040503050406030204" pitchFamily="18" charset="0"/>
                            </a:rPr>
                            <m:t>.</m:t>
                          </m:r>
                          <m:sSub>
                            <m:sSubPr>
                              <m:ctrlPr>
                                <a:rPr lang="vi-VN" sz="1400" i="1">
                                  <a:latin typeface="Cambria Math" panose="02040503050406030204" pitchFamily="18" charset="0"/>
                                </a:rPr>
                              </m:ctrlPr>
                            </m:sSubPr>
                            <m:e>
                              <m:r>
                                <a:rPr lang="vi-VN" sz="1400" i="1">
                                  <a:latin typeface="Cambria Math" panose="02040503050406030204" pitchFamily="18" charset="0"/>
                                </a:rPr>
                                <m:t>𝐺</m:t>
                              </m:r>
                            </m:e>
                            <m:sub>
                              <m:r>
                                <a:rPr lang="vi-VN" sz="1400" i="1">
                                  <a:latin typeface="Cambria Math" panose="02040503050406030204" pitchFamily="18" charset="0"/>
                                </a:rPr>
                                <m:t>𝑑𝑡</m:t>
                              </m:r>
                              <m:r>
                                <m:rPr>
                                  <m:sty m:val="p"/>
                                </m:rPr>
                                <a:rPr lang="vi-VN" sz="1400" i="1">
                                  <a:latin typeface="Cambria Math" panose="02040503050406030204" pitchFamily="18" charset="0"/>
                                </a:rPr>
                                <m:t>v</m:t>
                              </m:r>
                            </m:sub>
                          </m:sSub>
                          <m:d>
                            <m:dPr>
                              <m:ctrlPr>
                                <a:rPr lang="vi-VN" sz="1400" i="1">
                                  <a:latin typeface="Cambria Math" panose="02040503050406030204" pitchFamily="18" charset="0"/>
                                </a:rPr>
                              </m:ctrlPr>
                            </m:dPr>
                            <m:e>
                              <m:r>
                                <a:rPr lang="vi-VN" sz="1400" i="1">
                                  <a:latin typeface="Cambria Math" panose="02040503050406030204" pitchFamily="18" charset="0"/>
                                </a:rPr>
                                <m:t>𝑠</m:t>
                              </m:r>
                            </m:e>
                          </m:d>
                        </m:den>
                      </m:f>
                      <m:sSub>
                        <m:sSubPr>
                          <m:ctrlPr>
                            <a:rPr lang="vi-VN" sz="1400" i="1">
                              <a:solidFill>
                                <a:srgbClr val="836967"/>
                              </a:solidFill>
                              <a:latin typeface="Cambria Math" panose="02040503050406030204" pitchFamily="18" charset="0"/>
                            </a:rPr>
                          </m:ctrlPr>
                        </m:sSubPr>
                        <m:e>
                          <m:r>
                            <m:rPr>
                              <m:sty m:val="p"/>
                            </m:rPr>
                            <a:rPr lang="vi-VN" sz="1400" i="1">
                              <a:solidFill>
                                <a:srgbClr val="836967"/>
                              </a:solidFill>
                              <a:latin typeface="Cambria Math" panose="02040503050406030204" pitchFamily="18" charset="0"/>
                            </a:rPr>
                            <m:t>I</m:t>
                          </m:r>
                        </m:e>
                        <m:sub>
                          <m:r>
                            <a:rPr lang="vi-VN" sz="1400" i="1">
                              <a:latin typeface="Cambria Math" panose="02040503050406030204" pitchFamily="18" charset="0"/>
                            </a:rPr>
                            <m:t>𝑜</m:t>
                          </m:r>
                        </m:sub>
                      </m:sSub>
                      <m:d>
                        <m:dPr>
                          <m:ctrlPr>
                            <a:rPr lang="vi-VN" sz="1400" i="1">
                              <a:latin typeface="Cambria Math" panose="02040503050406030204" pitchFamily="18" charset="0"/>
                            </a:rPr>
                          </m:ctrlPr>
                        </m:dPr>
                        <m:e>
                          <m:r>
                            <a:rPr lang="vi-VN" sz="1400" i="1">
                              <a:latin typeface="Cambria Math" panose="02040503050406030204" pitchFamily="18" charset="0"/>
                            </a:rPr>
                            <m:t>𝑠</m:t>
                          </m:r>
                        </m:e>
                      </m:d>
                    </m:oMath>
                  </m:oMathPara>
                </a14:m>
                <a:endParaRPr lang="vi-VN" sz="1400"/>
              </a:p>
            </p:txBody>
          </p:sp>
        </mc:Choice>
        <mc:Fallback>
          <p:sp>
            <p:nvSpPr>
              <p:cNvPr id="12" name="Hộp Văn bản 10">
                <a:extLst>
                  <a:ext uri="{FF2B5EF4-FFF2-40B4-BE49-F238E27FC236}">
                    <a16:creationId xmlns:a16="http://schemas.microsoft.com/office/drawing/2014/main" id="{204509F5-08E1-3CF0-5ABD-C71499889BE0}"/>
                  </a:ext>
                </a:extLst>
              </p:cNvPr>
              <p:cNvSpPr txBox="1">
                <a:spLocks noRot="1" noChangeAspect="1" noMove="1" noResize="1" noEditPoints="1" noAdjustHandles="1" noChangeArrowheads="1" noChangeShapeType="1" noTextEdit="1"/>
              </p:cNvSpPr>
              <p:nvPr/>
            </p:nvSpPr>
            <p:spPr>
              <a:xfrm>
                <a:off x="7108360" y="2213873"/>
                <a:ext cx="5195538" cy="546816"/>
              </a:xfrm>
              <a:prstGeom prst="rect">
                <a:avLst/>
              </a:prstGeom>
              <a:blipFill>
                <a:blip r:embed="rId12"/>
                <a:stretch>
                  <a:fillRect/>
                </a:stretch>
              </a:blipFill>
            </p:spPr>
            <p:txBody>
              <a:bodyPr/>
              <a:lstStyle/>
              <a:p>
                <a:r>
                  <a:rPr lang="vi-VN">
                    <a:noFill/>
                  </a:rPr>
                  <a:t> </a:t>
                </a:r>
              </a:p>
            </p:txBody>
          </p:sp>
        </mc:Fallback>
      </mc:AlternateContent>
      <p:pic>
        <p:nvPicPr>
          <p:cNvPr id="14" name="Picture 13">
            <a:extLst>
              <a:ext uri="{FF2B5EF4-FFF2-40B4-BE49-F238E27FC236}">
                <a16:creationId xmlns:a16="http://schemas.microsoft.com/office/drawing/2014/main" id="{431016F4-9AB5-BD99-F46E-0F5430206448}"/>
              </a:ext>
            </a:extLst>
          </p:cNvPr>
          <p:cNvPicPr>
            <a:picLocks noChangeAspect="1"/>
          </p:cNvPicPr>
          <p:nvPr/>
        </p:nvPicPr>
        <p:blipFill>
          <a:blip r:embed="rId13"/>
          <a:stretch>
            <a:fillRect/>
          </a:stretch>
        </p:blipFill>
        <p:spPr>
          <a:xfrm>
            <a:off x="6996461" y="3132200"/>
            <a:ext cx="5195539" cy="2611850"/>
          </a:xfrm>
          <a:prstGeom prst="rect">
            <a:avLst/>
          </a:prstGeom>
        </p:spPr>
      </p:pic>
    </p:spTree>
    <p:extLst>
      <p:ext uri="{BB962C8B-B14F-4D97-AF65-F5344CB8AC3E}">
        <p14:creationId xmlns:p14="http://schemas.microsoft.com/office/powerpoint/2010/main" val="3633516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A23F3E1-CABA-5BF4-1D47-8AE22A0F9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D7206-DF0F-3530-77D9-AB0E8D9BC467}"/>
              </a:ext>
            </a:extLst>
          </p:cNvPr>
          <p:cNvSpPr>
            <a:spLocks noGrp="1"/>
          </p:cNvSpPr>
          <p:nvPr>
            <p:ph type="title"/>
          </p:nvPr>
        </p:nvSpPr>
        <p:spPr>
          <a:xfrm>
            <a:off x="527966" y="79119"/>
            <a:ext cx="10190834" cy="457318"/>
          </a:xfrm>
        </p:spPr>
        <p:txBody>
          <a:bodyPr>
            <a:noAutofit/>
          </a:bodyPr>
          <a:lstStyle/>
          <a:p>
            <a:r>
              <a:rPr lang="en-US" sz="3200">
                <a:latin typeface="Lato" panose="020F0502020204030203" pitchFamily="34" charset="0"/>
                <a:cs typeface="Lato" panose="020F0502020204030203" pitchFamily="34" charset="0"/>
              </a:rPr>
              <a:t>Thiết kế điều khiển 2 bộ nghịch lưu hoạt động song song</a:t>
            </a:r>
            <a:endParaRPr lang="en-US" sz="3200" dirty="0">
              <a:latin typeface="Lato" panose="020F0502020204030203" pitchFamily="34" charset="0"/>
              <a:cs typeface="Lato" panose="020F0502020204030203" pitchFamily="34" charset="0"/>
            </a:endParaRPr>
          </a:p>
        </p:txBody>
      </p:sp>
      <p:sp>
        <p:nvSpPr>
          <p:cNvPr id="4" name="Slide Number Placeholder 3">
            <a:extLst>
              <a:ext uri="{FF2B5EF4-FFF2-40B4-BE49-F238E27FC236}">
                <a16:creationId xmlns:a16="http://schemas.microsoft.com/office/drawing/2014/main" id="{0558EB65-F88B-9117-96A9-2BD83F905430}"/>
              </a:ext>
            </a:extLst>
          </p:cNvPr>
          <p:cNvSpPr>
            <a:spLocks noGrp="1"/>
          </p:cNvSpPr>
          <p:nvPr>
            <p:ph type="sldNum" sz="quarter" idx="4"/>
          </p:nvPr>
        </p:nvSpPr>
        <p:spPr>
          <a:xfrm>
            <a:off x="10109721" y="6540783"/>
            <a:ext cx="1312025" cy="226714"/>
          </a:xfrm>
        </p:spPr>
        <p:txBody>
          <a:bodyPr/>
          <a:lstStyle/>
          <a:p>
            <a:fld id="{D7016DB7-74C3-4088-91B2-8C513CF55A6C}" type="slidenum">
              <a:rPr lang="en-US" smtClean="0"/>
              <a:pPr/>
              <a:t>5</a:t>
            </a:fld>
            <a:endParaRPr lang="en-US"/>
          </a:p>
        </p:txBody>
      </p:sp>
      <p:sp>
        <p:nvSpPr>
          <p:cNvPr id="6" name="Rectangle 5">
            <a:extLst>
              <a:ext uri="{FF2B5EF4-FFF2-40B4-BE49-F238E27FC236}">
                <a16:creationId xmlns:a16="http://schemas.microsoft.com/office/drawing/2014/main" id="{47B9F262-F542-9AC9-EB97-EA92A74F1EEE}"/>
              </a:ext>
            </a:extLst>
          </p:cNvPr>
          <p:cNvSpPr/>
          <p:nvPr/>
        </p:nvSpPr>
        <p:spPr>
          <a:xfrm>
            <a:off x="70819" y="33475"/>
            <a:ext cx="459792" cy="50296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Lato" panose="020F0502020204030203" pitchFamily="34" charset="0"/>
                <a:ea typeface="Lato" panose="020F0502020204030203" pitchFamily="34" charset="0"/>
                <a:cs typeface="Lato" panose="020F0502020204030203" pitchFamily="34" charset="0"/>
              </a:rPr>
              <a:t>2</a:t>
            </a:r>
          </a:p>
        </p:txBody>
      </p:sp>
      <p:sp>
        <p:nvSpPr>
          <p:cNvPr id="3" name="TextBox 2">
            <a:extLst>
              <a:ext uri="{FF2B5EF4-FFF2-40B4-BE49-F238E27FC236}">
                <a16:creationId xmlns:a16="http://schemas.microsoft.com/office/drawing/2014/main" id="{28577F41-B5CD-1307-3196-F2BA09BA22EA}"/>
              </a:ext>
            </a:extLst>
          </p:cNvPr>
          <p:cNvSpPr txBox="1"/>
          <p:nvPr/>
        </p:nvSpPr>
        <p:spPr>
          <a:xfrm>
            <a:off x="70819" y="582081"/>
            <a:ext cx="4674801" cy="646331"/>
          </a:xfrm>
          <a:prstGeom prst="rect">
            <a:avLst/>
          </a:prstGeom>
          <a:noFill/>
        </p:spPr>
        <p:txBody>
          <a:bodyPr wrap="square" rtlCol="0">
            <a:spAutoFit/>
          </a:bodyPr>
          <a:lstStyle/>
          <a:p>
            <a:r>
              <a:rPr lang="en-US" err="1">
                <a:latin typeface="Times New Roman" panose="02020603050405020304" pitchFamily="18" charset="0"/>
                <a:cs typeface="Times New Roman" panose="02020603050405020304" pitchFamily="18" charset="0"/>
              </a:rPr>
              <a:t>Đối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với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bộ</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dao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động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Hopf</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có</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sử</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hệ</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phương</a:t>
            </a:r>
            <a:r>
              <a:rPr lang="en-US">
                <a:latin typeface="Times New Roman" panose="02020603050405020304" pitchFamily="18" charset="0"/>
                <a:cs typeface="Times New Roman" panose="02020603050405020304" pitchFamily="18" charset="0"/>
              </a:rPr>
              <a:t> trình vi </a:t>
            </a:r>
            <a:r>
              <a:rPr lang="en-US" err="1">
                <a:latin typeface="Times New Roman" panose="02020603050405020304" pitchFamily="18" charset="0"/>
                <a:cs typeface="Times New Roman" panose="02020603050405020304" pitchFamily="18" charset="0"/>
              </a:rPr>
              <a:t>phân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bậc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nhất</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của</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Hopf</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như</a:t>
            </a:r>
            <a:r>
              <a:rPr lang="en-US">
                <a:latin typeface="Times New Roman" panose="02020603050405020304" pitchFamily="18" charset="0"/>
                <a:cs typeface="Times New Roman" panose="02020603050405020304" pitchFamily="18" charset="0"/>
              </a:rPr>
              <a:t> sau:</a:t>
            </a:r>
          </a:p>
        </p:txBody>
      </p:sp>
      <p:graphicFrame>
        <p:nvGraphicFramePr>
          <p:cNvPr id="5" name="Object 4">
            <a:extLst>
              <a:ext uri="{FF2B5EF4-FFF2-40B4-BE49-F238E27FC236}">
                <a16:creationId xmlns:a16="http://schemas.microsoft.com/office/drawing/2014/main" id="{77B11D64-695F-F2D4-E2B0-6A1D76F2DC99}"/>
              </a:ext>
            </a:extLst>
          </p:cNvPr>
          <p:cNvGraphicFramePr>
            <a:graphicFrameLocks noChangeAspect="1"/>
          </p:cNvGraphicFramePr>
          <p:nvPr>
            <p:extLst>
              <p:ext uri="{D42A27DB-BD31-4B8C-83A1-F6EECF244321}">
                <p14:modId xmlns:p14="http://schemas.microsoft.com/office/powerpoint/2010/main" val="840526256"/>
              </p:ext>
            </p:extLst>
          </p:nvPr>
        </p:nvGraphicFramePr>
        <p:xfrm>
          <a:off x="300715" y="1197653"/>
          <a:ext cx="2886382" cy="812500"/>
        </p:xfrm>
        <a:graphic>
          <a:graphicData uri="http://schemas.openxmlformats.org/presentationml/2006/ole">
            <mc:AlternateContent xmlns:mc="http://schemas.openxmlformats.org/markup-compatibility/2006">
              <mc:Choice xmlns:v="urn:schemas-microsoft-com:vml" Requires="v">
                <p:oleObj name="Equation" r:id="rId3" imgW="1827093" imgH="514021" progId="Equation.DSMT4">
                  <p:embed/>
                </p:oleObj>
              </mc:Choice>
              <mc:Fallback>
                <p:oleObj name="Equation" r:id="rId3" imgW="1827093" imgH="514021" progId="Equation.DSMT4">
                  <p:embed/>
                  <p:pic>
                    <p:nvPicPr>
                      <p:cNvPr id="5" name="Object 4">
                        <a:extLst>
                          <a:ext uri="{FF2B5EF4-FFF2-40B4-BE49-F238E27FC236}">
                            <a16:creationId xmlns:a16="http://schemas.microsoft.com/office/drawing/2014/main" id="{77B11D64-695F-F2D4-E2B0-6A1D76F2DC99}"/>
                          </a:ext>
                        </a:extLst>
                      </p:cNvPr>
                      <p:cNvPicPr/>
                      <p:nvPr/>
                    </p:nvPicPr>
                    <p:blipFill>
                      <a:blip r:embed="rId4"/>
                      <a:stretch>
                        <a:fillRect/>
                      </a:stretch>
                    </p:blipFill>
                    <p:spPr>
                      <a:xfrm>
                        <a:off x="300715" y="1197653"/>
                        <a:ext cx="2886382" cy="8125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E0F38D8-A632-C9EB-97C2-5D32567F92C8}"/>
                  </a:ext>
                </a:extLst>
              </p:cNvPr>
              <p:cNvSpPr txBox="1"/>
              <p:nvPr/>
            </p:nvSpPr>
            <p:spPr>
              <a:xfrm>
                <a:off x="70820" y="1887576"/>
                <a:ext cx="4452280" cy="93301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Ta </a:t>
                </a:r>
                <a:r>
                  <a:rPr lang="en-US" err="1">
                    <a:latin typeface="Times New Roman" panose="02020603050405020304" pitchFamily="18" charset="0"/>
                    <a:cs typeface="Times New Roman" panose="02020603050405020304" pitchFamily="18" charset="0"/>
                  </a:rPr>
                  <a:t>đặt</a:t>
                </a:r>
                <a:r>
                  <a:rPr lang="en-US">
                    <a:latin typeface="Times New Roman" panose="02020603050405020304" pitchFamily="18" charset="0"/>
                    <a:cs typeface="Times New Roman" panose="02020603050405020304" pitchFamily="18" charset="0"/>
                  </a:rPr>
                  <a:t>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𝜀</m:t>
                        </m:r>
                        <m:r>
                          <a:rPr lang="en-US" b="0" i="1" smtClean="0">
                            <a:latin typeface="Cambria Math" panose="02040503050406030204" pitchFamily="18" charset="0"/>
                          </a:rPr>
                          <m:t>𝑖</m:t>
                        </m:r>
                      </m:e>
                      <m:sub>
                        <m:r>
                          <a:rPr lang="en-US" b="0" i="1" smtClean="0">
                            <a:latin typeface="Cambria Math" panose="02040503050406030204" pitchFamily="18" charset="0"/>
                          </a:rPr>
                          <m:t>𝐿</m:t>
                        </m:r>
                      </m:sub>
                    </m:sSub>
                    <m:r>
                      <a:rPr lang="en-US" b="0" i="1" smtClean="0">
                        <a:latin typeface="Cambria Math" panose="02040503050406030204" pitchFamily="18" charset="0"/>
                      </a:rPr>
                      <m:t> , </m:t>
                    </m:r>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i="1">
                            <a:latin typeface="Cambria Math" panose="02040503050406030204" pitchFamily="18" charset="0"/>
                          </a:rPr>
                          <m:t>𝑐</m:t>
                        </m:r>
                      </m:sub>
                    </m:sSub>
                    <m:r>
                      <a:rPr lang="en-US" b="0" i="0" smtClean="0">
                        <a:latin typeface="Cambria Math" panose="02040503050406030204" pitchFamily="18" charset="0"/>
                      </a:rPr>
                      <m:t>,  </m:t>
                    </m:r>
                    <m:r>
                      <a:rPr lang="en-US" i="1">
                        <a:latin typeface="Cambria Math" panose="02040503050406030204" pitchFamily="18" charset="0"/>
                      </a:rPr>
                      <m:t>𝜇</m:t>
                    </m:r>
                    <m:r>
                      <a:rPr lang="en-US" b="0" i="0"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𝛼</m:t>
                        </m:r>
                      </m:num>
                      <m:den>
                        <m:r>
                          <a:rPr lang="en-US" i="1">
                            <a:latin typeface="Cambria Math" panose="02040503050406030204" pitchFamily="18" charset="0"/>
                          </a:rPr>
                          <m:t>𝐶</m:t>
                        </m:r>
                      </m:den>
                    </m:f>
                    <m:r>
                      <a:rPr lang="en-US" b="0" i="1" smtClean="0">
                        <a:latin typeface="Cambria Math" panose="02040503050406030204" pitchFamily="18" charset="0"/>
                      </a:rPr>
                      <m:t> , </m:t>
                    </m:r>
                    <m:r>
                      <a:rPr lang="en-US" b="0" i="1" smtClean="0">
                        <a:latin typeface="Cambria Math" panose="02040503050406030204" pitchFamily="18" charset="0"/>
                      </a:rPr>
                      <m:t>𝑟</m:t>
                    </m:r>
                    <m:r>
                      <a:rPr lang="en-US" b="0" i="1" smtClean="0">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𝜎</m:t>
                            </m:r>
                          </m:num>
                          <m:den>
                            <m:r>
                              <a:rPr lang="en-US" i="1">
                                <a:latin typeface="Cambria Math" panose="02040503050406030204" pitchFamily="18" charset="0"/>
                              </a:rPr>
                              <m:t>𝛼</m:t>
                            </m:r>
                          </m:den>
                        </m:f>
                      </m:e>
                    </m:rad>
                  </m:oMath>
                </a14:m>
                <a:r>
                  <a:rPr lang="en-US">
                    <a:latin typeface="Times New Roman" panose="02020603050405020304" pitchFamily="18" charset="0"/>
                    <a:cs typeface="Times New Roman" panose="02020603050405020304" pitchFamily="18" charset="0"/>
                  </a:rPr>
                  <a:t> , </a:t>
                </a:r>
                <a:r>
                  <a:rPr lang="en-US" err="1">
                    <a:latin typeface="Times New Roman" panose="02020603050405020304" pitchFamily="18" charset="0"/>
                    <a:cs typeface="Times New Roman" panose="02020603050405020304" pitchFamily="18" charset="0"/>
                  </a:rPr>
                  <a:t>thay</a:t>
                </a:r>
                <a:r>
                  <a:rPr lang="en-US">
                    <a:latin typeface="Times New Roman" panose="02020603050405020304" pitchFamily="18" charset="0"/>
                    <a:cs typeface="Times New Roman" panose="02020603050405020304" pitchFamily="18" charset="0"/>
                  </a:rPr>
                  <a:t> vào (1)</a:t>
                </a:r>
              </a:p>
            </p:txBody>
          </p:sp>
        </mc:Choice>
        <mc:Fallback xmlns="">
          <p:sp>
            <p:nvSpPr>
              <p:cNvPr id="9" name="TextBox 8">
                <a:extLst>
                  <a:ext uri="{FF2B5EF4-FFF2-40B4-BE49-F238E27FC236}">
                    <a16:creationId xmlns:a16="http://schemas.microsoft.com/office/drawing/2014/main" id="{9E0F38D8-A632-C9EB-97C2-5D32567F92C8}"/>
                  </a:ext>
                </a:extLst>
              </p:cNvPr>
              <p:cNvSpPr txBox="1">
                <a:spLocks noRot="1" noChangeAspect="1" noMove="1" noResize="1" noEditPoints="1" noAdjustHandles="1" noChangeArrowheads="1" noChangeShapeType="1" noTextEdit="1"/>
              </p:cNvSpPr>
              <p:nvPr/>
            </p:nvSpPr>
            <p:spPr>
              <a:xfrm>
                <a:off x="70820" y="1887576"/>
                <a:ext cx="4452280" cy="933012"/>
              </a:xfrm>
              <a:prstGeom prst="rect">
                <a:avLst/>
              </a:prstGeom>
              <a:blipFill>
                <a:blip r:embed="rId5"/>
                <a:stretch>
                  <a:fillRect l="-1233" b="-9804"/>
                </a:stretch>
              </a:blipFill>
            </p:spPr>
            <p:txBody>
              <a:bodyPr/>
              <a:lstStyle/>
              <a:p>
                <a:r>
                  <a:rPr lang="vi-VN">
                    <a:noFill/>
                  </a:rPr>
                  <a:t> </a:t>
                </a:r>
              </a:p>
            </p:txBody>
          </p:sp>
        </mc:Fallback>
      </mc:AlternateContent>
      <p:graphicFrame>
        <p:nvGraphicFramePr>
          <p:cNvPr id="10" name="Object 9">
            <a:extLst>
              <a:ext uri="{FF2B5EF4-FFF2-40B4-BE49-F238E27FC236}">
                <a16:creationId xmlns:a16="http://schemas.microsoft.com/office/drawing/2014/main" id="{F282675B-3882-B3AF-1B4E-CA2C4CA4E96B}"/>
              </a:ext>
            </a:extLst>
          </p:cNvPr>
          <p:cNvGraphicFramePr>
            <a:graphicFrameLocks noChangeAspect="1"/>
          </p:cNvGraphicFramePr>
          <p:nvPr>
            <p:extLst>
              <p:ext uri="{D42A27DB-BD31-4B8C-83A1-F6EECF244321}">
                <p14:modId xmlns:p14="http://schemas.microsoft.com/office/powerpoint/2010/main" val="1349654530"/>
              </p:ext>
            </p:extLst>
          </p:nvPr>
        </p:nvGraphicFramePr>
        <p:xfrm>
          <a:off x="300715" y="2816412"/>
          <a:ext cx="3667194" cy="1733974"/>
        </p:xfrm>
        <a:graphic>
          <a:graphicData uri="http://schemas.openxmlformats.org/presentationml/2006/ole">
            <mc:AlternateContent xmlns:mc="http://schemas.openxmlformats.org/markup-compatibility/2006">
              <mc:Choice xmlns:v="urn:schemas-microsoft-com:vml" Requires="v">
                <p:oleObj name="Equation" r:id="rId6" imgW="2577960" imgH="1218960" progId="Equation.DSMT4">
                  <p:embed/>
                </p:oleObj>
              </mc:Choice>
              <mc:Fallback>
                <p:oleObj name="Equation" r:id="rId6" imgW="2577960" imgH="1218960" progId="Equation.DSMT4">
                  <p:embed/>
                  <p:pic>
                    <p:nvPicPr>
                      <p:cNvPr id="10" name="Object 9">
                        <a:extLst>
                          <a:ext uri="{FF2B5EF4-FFF2-40B4-BE49-F238E27FC236}">
                            <a16:creationId xmlns:a16="http://schemas.microsoft.com/office/drawing/2014/main" id="{F282675B-3882-B3AF-1B4E-CA2C4CA4E96B}"/>
                          </a:ext>
                        </a:extLst>
                      </p:cNvPr>
                      <p:cNvPicPr/>
                      <p:nvPr/>
                    </p:nvPicPr>
                    <p:blipFill>
                      <a:blip r:embed="rId7"/>
                      <a:stretch>
                        <a:fillRect/>
                      </a:stretch>
                    </p:blipFill>
                    <p:spPr>
                      <a:xfrm>
                        <a:off x="300715" y="2816412"/>
                        <a:ext cx="3667194" cy="1733974"/>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59F0DA18-84BC-1344-2096-6C68D2DB5ED2}"/>
                  </a:ext>
                </a:extLst>
              </p:cNvPr>
              <p:cNvSpPr/>
              <p:nvPr/>
            </p:nvSpPr>
            <p:spPr>
              <a:xfrm>
                <a:off x="70819" y="4513021"/>
                <a:ext cx="5404006" cy="656013"/>
              </a:xfrm>
              <a:prstGeom prst="rect">
                <a:avLst/>
              </a:prstGeom>
            </p:spPr>
            <p:txBody>
              <a:bodyPr wrap="square">
                <a:spAutoFit/>
              </a:bodyPr>
              <a:lstStyle/>
              <a:p>
                <a:r>
                  <a:rPr lang="en-US" b="0">
                    <a:latin typeface="Times New Roman" panose="02020603050405020304" pitchFamily="18" charset="0"/>
                    <a:cs typeface="Times New Roman" panose="02020603050405020304" pitchFamily="18" charset="0"/>
                  </a:rPr>
                  <a:t>Thay </a:t>
                </a:r>
                <a14:m>
                  <m:oMath xmlns:m="http://schemas.openxmlformats.org/officeDocument/2006/math">
                    <m:r>
                      <a:rPr lang="el-GR" b="0" i="1" smtClean="0">
                        <a:latin typeface="Cambria Math" panose="02040503050406030204" pitchFamily="18" charset="0"/>
                      </a:rPr>
                      <m:t>𝜔</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𝐿𝐶</m:t>
                            </m:r>
                          </m:e>
                        </m:rad>
                      </m:den>
                    </m:f>
                    <m:r>
                      <a:rPr lang="en-US" b="0" i="1" smtClean="0">
                        <a:latin typeface="Cambria Math" panose="02040503050406030204" pitchFamily="18" charset="0"/>
                      </a:rPr>
                      <m:t>,</m:t>
                    </m:r>
                    <m:r>
                      <a:rPr lang="en-US" i="1" smtClean="0">
                        <a:latin typeface="Cambria Math" panose="02040503050406030204" pitchFamily="18" charset="0"/>
                      </a:rPr>
                      <m:t>𝜀</m:t>
                    </m:r>
                    <m:r>
                      <a:rPr lang="en-US" b="0" i="1" smtClean="0">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𝐿</m:t>
                            </m:r>
                          </m:num>
                          <m:den>
                            <m:r>
                              <a:rPr lang="en-US" i="1">
                                <a:latin typeface="Cambria Math" panose="02040503050406030204" pitchFamily="18" charset="0"/>
                              </a:rPr>
                              <m:t>𝐶</m:t>
                            </m:r>
                          </m:den>
                        </m:f>
                      </m:e>
                    </m:rad>
                    <m:r>
                      <a:rPr lang="en-US" b="0" i="1" smtClean="0">
                        <a:latin typeface="Cambria Math" panose="02040503050406030204" pitchFamily="18" charset="0"/>
                      </a:rPr>
                      <m:t> </m:t>
                    </m:r>
                  </m:oMath>
                </a14:m>
                <a:r>
                  <a:rPr lang="en-US" i="1">
                    <a:latin typeface="Times New Roman" panose="02020603050405020304" pitchFamily="18" charset="0"/>
                    <a:cs typeface="Times New Roman" panose="02020603050405020304" pitchFamily="18" charset="0"/>
                  </a:rPr>
                  <a:t>,</a:t>
                </a:r>
                <a:r>
                  <a:rPr lang="en-US"/>
                  <a:t> </a:t>
                </a:r>
                <a14:m>
                  <m:oMath xmlns:m="http://schemas.openxmlformats.org/officeDocument/2006/math">
                    <m:r>
                      <m:rPr>
                        <m:sty m:val="p"/>
                      </m:rPr>
                      <a:rPr lang="en-US" i="0">
                        <a:latin typeface="Cambria Math" panose="02040503050406030204" pitchFamily="18" charset="0"/>
                      </a:rPr>
                      <m:t>ε</m:t>
                    </m:r>
                  </m:oMath>
                </a14:m>
                <a:r>
                  <a:rPr lang="en-US">
                    <a:latin typeface="Times New Roman" panose="02020603050405020304" pitchFamily="18" charset="0"/>
                    <a:cs typeface="Times New Roman" panose="02020603050405020304" pitchFamily="18" charset="0"/>
                  </a:rPr>
                  <a:t> </a:t>
                </a:r>
                <a:r>
                  <a:rPr lang="vi-VN">
                    <a:latin typeface="Times New Roman" panose="02020603050405020304" pitchFamily="18" charset="0"/>
                    <a:cs typeface="Times New Roman" panose="02020603050405020304" pitchFamily="18" charset="0"/>
                  </a:rPr>
                  <a:t>là giá trị trở kháng đặc trưng</a:t>
                </a:r>
                <a:endParaRPr lang="en-US">
                  <a:latin typeface="Times New Roman" panose="02020603050405020304" pitchFamily="18" charset="0"/>
                  <a:cs typeface="Times New Roman" panose="02020603050405020304" pitchFamily="18" charset="0"/>
                </a:endParaRPr>
              </a:p>
            </p:txBody>
          </p:sp>
        </mc:Choice>
        <mc:Fallback xmlns="">
          <p:sp>
            <p:nvSpPr>
              <p:cNvPr id="12" name="Rectangle 11">
                <a:extLst>
                  <a:ext uri="{FF2B5EF4-FFF2-40B4-BE49-F238E27FC236}">
                    <a16:creationId xmlns:a16="http://schemas.microsoft.com/office/drawing/2014/main" id="{59F0DA18-84BC-1344-2096-6C68D2DB5ED2}"/>
                  </a:ext>
                </a:extLst>
              </p:cNvPr>
              <p:cNvSpPr>
                <a:spLocks noRot="1" noChangeAspect="1" noMove="1" noResize="1" noEditPoints="1" noAdjustHandles="1" noChangeArrowheads="1" noChangeShapeType="1" noTextEdit="1"/>
              </p:cNvSpPr>
              <p:nvPr/>
            </p:nvSpPr>
            <p:spPr>
              <a:xfrm>
                <a:off x="70819" y="4513021"/>
                <a:ext cx="5404006" cy="656013"/>
              </a:xfrm>
              <a:prstGeom prst="rect">
                <a:avLst/>
              </a:prstGeom>
              <a:blipFill>
                <a:blip r:embed="rId8"/>
                <a:stretch>
                  <a:fillRect l="-1016"/>
                </a:stretch>
              </a:blipFill>
            </p:spPr>
            <p:txBody>
              <a:bodyPr/>
              <a:lstStyle/>
              <a:p>
                <a:r>
                  <a:rPr lang="vi-VN">
                    <a:noFill/>
                  </a:rPr>
                  <a:t> </a:t>
                </a:r>
              </a:p>
            </p:txBody>
          </p:sp>
        </mc:Fallback>
      </mc:AlternateContent>
      <p:graphicFrame>
        <p:nvGraphicFramePr>
          <p:cNvPr id="13" name="Object 12">
            <a:extLst>
              <a:ext uri="{FF2B5EF4-FFF2-40B4-BE49-F238E27FC236}">
                <a16:creationId xmlns:a16="http://schemas.microsoft.com/office/drawing/2014/main" id="{351987BA-D385-848D-A676-774A2D4BD9C3}"/>
              </a:ext>
            </a:extLst>
          </p:cNvPr>
          <p:cNvGraphicFramePr>
            <a:graphicFrameLocks noChangeAspect="1"/>
          </p:cNvGraphicFramePr>
          <p:nvPr>
            <p:extLst>
              <p:ext uri="{D42A27DB-BD31-4B8C-83A1-F6EECF244321}">
                <p14:modId xmlns:p14="http://schemas.microsoft.com/office/powerpoint/2010/main" val="2078844373"/>
              </p:ext>
            </p:extLst>
          </p:nvPr>
        </p:nvGraphicFramePr>
        <p:xfrm>
          <a:off x="300715" y="5087179"/>
          <a:ext cx="3273040" cy="1348200"/>
        </p:xfrm>
        <a:graphic>
          <a:graphicData uri="http://schemas.openxmlformats.org/presentationml/2006/ole">
            <mc:AlternateContent xmlns:mc="http://schemas.openxmlformats.org/markup-compatibility/2006">
              <mc:Choice xmlns:v="urn:schemas-microsoft-com:vml" Requires="v">
                <p:oleObj name="Equation" r:id="rId9" imgW="2958840" imgH="1218960" progId="Equation.DSMT4">
                  <p:embed/>
                </p:oleObj>
              </mc:Choice>
              <mc:Fallback>
                <p:oleObj name="Equation" r:id="rId9" imgW="2958840" imgH="1218960" progId="Equation.DSMT4">
                  <p:embed/>
                  <p:pic>
                    <p:nvPicPr>
                      <p:cNvPr id="13" name="Object 12">
                        <a:extLst>
                          <a:ext uri="{FF2B5EF4-FFF2-40B4-BE49-F238E27FC236}">
                            <a16:creationId xmlns:a16="http://schemas.microsoft.com/office/drawing/2014/main" id="{351987BA-D385-848D-A676-774A2D4BD9C3}"/>
                          </a:ext>
                        </a:extLst>
                      </p:cNvPr>
                      <p:cNvPicPr/>
                      <p:nvPr/>
                    </p:nvPicPr>
                    <p:blipFill>
                      <a:blip r:embed="rId10"/>
                      <a:stretch>
                        <a:fillRect/>
                      </a:stretch>
                    </p:blipFill>
                    <p:spPr>
                      <a:xfrm>
                        <a:off x="300715" y="5087179"/>
                        <a:ext cx="3273040" cy="13482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91BF65D8-9610-84CC-E585-1812B29EA18C}"/>
              </a:ext>
            </a:extLst>
          </p:cNvPr>
          <p:cNvGraphicFramePr>
            <a:graphicFrameLocks noChangeAspect="1"/>
          </p:cNvGraphicFramePr>
          <p:nvPr>
            <p:extLst>
              <p:ext uri="{D42A27DB-BD31-4B8C-83A1-F6EECF244321}">
                <p14:modId xmlns:p14="http://schemas.microsoft.com/office/powerpoint/2010/main" val="2316233106"/>
              </p:ext>
            </p:extLst>
          </p:nvPr>
        </p:nvGraphicFramePr>
        <p:xfrm>
          <a:off x="5312761" y="658573"/>
          <a:ext cx="4074307" cy="1291224"/>
        </p:xfrm>
        <a:graphic>
          <a:graphicData uri="http://schemas.openxmlformats.org/presentationml/2006/ole">
            <mc:AlternateContent xmlns:mc="http://schemas.openxmlformats.org/markup-compatibility/2006">
              <mc:Choice xmlns:v="urn:schemas-microsoft-com:vml" Requires="v">
                <p:oleObj name="Equation" r:id="rId11" imgW="2806560" imgH="888840" progId="Equation.DSMT4">
                  <p:embed/>
                </p:oleObj>
              </mc:Choice>
              <mc:Fallback>
                <p:oleObj name="Equation" r:id="rId11" imgW="2806560" imgH="888840" progId="Equation.DSMT4">
                  <p:embed/>
                  <p:pic>
                    <p:nvPicPr>
                      <p:cNvPr id="14" name="Object 13">
                        <a:extLst>
                          <a:ext uri="{FF2B5EF4-FFF2-40B4-BE49-F238E27FC236}">
                            <a16:creationId xmlns:a16="http://schemas.microsoft.com/office/drawing/2014/main" id="{91BF65D8-9610-84CC-E585-1812B29EA18C}"/>
                          </a:ext>
                        </a:extLst>
                      </p:cNvPr>
                      <p:cNvPicPr/>
                      <p:nvPr/>
                    </p:nvPicPr>
                    <p:blipFill>
                      <a:blip r:embed="rId12"/>
                      <a:stretch>
                        <a:fillRect/>
                      </a:stretch>
                    </p:blipFill>
                    <p:spPr>
                      <a:xfrm>
                        <a:off x="5312761" y="658573"/>
                        <a:ext cx="4074307" cy="1291224"/>
                      </a:xfrm>
                      <a:prstGeom prst="rect">
                        <a:avLst/>
                      </a:prstGeom>
                    </p:spPr>
                  </p:pic>
                </p:oleObj>
              </mc:Fallback>
            </mc:AlternateContent>
          </a:graphicData>
        </a:graphic>
      </p:graphicFrame>
      <p:sp>
        <p:nvSpPr>
          <p:cNvPr id="15" name="TextBox 14">
            <a:extLst>
              <a:ext uri="{FF2B5EF4-FFF2-40B4-BE49-F238E27FC236}">
                <a16:creationId xmlns:a16="http://schemas.microsoft.com/office/drawing/2014/main" id="{042C33F4-F0E7-7A35-A134-46795124B40E}"/>
              </a:ext>
            </a:extLst>
          </p:cNvPr>
          <p:cNvSpPr txBox="1"/>
          <p:nvPr/>
        </p:nvSpPr>
        <p:spPr>
          <a:xfrm>
            <a:off x="5247197" y="4040186"/>
            <a:ext cx="6258038" cy="646331"/>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Nhân 2 vế phương trình trên với C, nhân 2 vế phương trình dưới với L, ta được:</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394482F-C6D5-7ACC-158A-3844705BDF20}"/>
                  </a:ext>
                </a:extLst>
              </p:cNvPr>
              <p:cNvSpPr txBox="1"/>
              <p:nvPr/>
            </p:nvSpPr>
            <p:spPr>
              <a:xfrm>
                <a:off x="5247197" y="2010153"/>
                <a:ext cx="5336267"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Chia 2 </a:t>
                </a:r>
                <a:r>
                  <a:rPr lang="en-US" err="1">
                    <a:latin typeface="Times New Roman" panose="02020603050405020304" pitchFamily="18" charset="0"/>
                    <a:cs typeface="Times New Roman" panose="02020603050405020304" pitchFamily="18" charset="0"/>
                  </a:rPr>
                  <a:t>vế</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phương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trình</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dưới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với</a:t>
                </a:r>
                <a:r>
                  <a:rPr lang="en-US">
                    <a:latin typeface="Times New Roman" panose="02020603050405020304" pitchFamily="18" charset="0"/>
                    <a:cs typeface="Times New Roman" panose="02020603050405020304" pitchFamily="18" charset="0"/>
                  </a:rPr>
                  <a:t> </a:t>
                </a:r>
                <a14:m>
                  <m:oMath xmlns:m="http://schemas.openxmlformats.org/officeDocument/2006/math">
                    <m:r>
                      <a:rPr lang="en-US" i="1">
                        <a:latin typeface="Cambria Math" panose="02040503050406030204" pitchFamily="18" charset="0"/>
                      </a:rPr>
                      <m:t>𝜀</m:t>
                    </m:r>
                  </m:oMath>
                </a14:m>
                <a:r>
                  <a:rPr lang="en-US">
                    <a:latin typeface="Times New Roman" panose="02020603050405020304" pitchFamily="18" charset="0"/>
                    <a:cs typeface="Times New Roman" panose="02020603050405020304" pitchFamily="18" charset="0"/>
                  </a:rPr>
                  <a:t> </a:t>
                </a:r>
              </a:p>
            </p:txBody>
          </p:sp>
        </mc:Choice>
        <mc:Fallback xmlns="">
          <p:sp>
            <p:nvSpPr>
              <p:cNvPr id="16" name="TextBox 15">
                <a:extLst>
                  <a:ext uri="{FF2B5EF4-FFF2-40B4-BE49-F238E27FC236}">
                    <a16:creationId xmlns:a16="http://schemas.microsoft.com/office/drawing/2014/main" id="{6394482F-C6D5-7ACC-158A-3844705BDF20}"/>
                  </a:ext>
                </a:extLst>
              </p:cNvPr>
              <p:cNvSpPr txBox="1">
                <a:spLocks noRot="1" noChangeAspect="1" noMove="1" noResize="1" noEditPoints="1" noAdjustHandles="1" noChangeArrowheads="1" noChangeShapeType="1" noTextEdit="1"/>
              </p:cNvSpPr>
              <p:nvPr/>
            </p:nvSpPr>
            <p:spPr>
              <a:xfrm>
                <a:off x="5247197" y="2010153"/>
                <a:ext cx="5336267" cy="369332"/>
              </a:xfrm>
              <a:prstGeom prst="rect">
                <a:avLst/>
              </a:prstGeom>
              <a:blipFill>
                <a:blip r:embed="rId13"/>
                <a:stretch>
                  <a:fillRect l="-1029" t="-10000" b="-26667"/>
                </a:stretch>
              </a:blipFill>
            </p:spPr>
            <p:txBody>
              <a:bodyPr/>
              <a:lstStyle/>
              <a:p>
                <a:r>
                  <a:rPr lang="vi-VN">
                    <a:noFill/>
                  </a:rPr>
                  <a:t> </a:t>
                </a:r>
              </a:p>
            </p:txBody>
          </p:sp>
        </mc:Fallback>
      </mc:AlternateContent>
      <p:graphicFrame>
        <p:nvGraphicFramePr>
          <p:cNvPr id="17" name="Object 16">
            <a:extLst>
              <a:ext uri="{FF2B5EF4-FFF2-40B4-BE49-F238E27FC236}">
                <a16:creationId xmlns:a16="http://schemas.microsoft.com/office/drawing/2014/main" id="{D021609E-EB09-3BDD-2455-75C3B6A78FB5}"/>
              </a:ext>
            </a:extLst>
          </p:cNvPr>
          <p:cNvGraphicFramePr>
            <a:graphicFrameLocks noChangeAspect="1"/>
          </p:cNvGraphicFramePr>
          <p:nvPr>
            <p:extLst>
              <p:ext uri="{D42A27DB-BD31-4B8C-83A1-F6EECF244321}">
                <p14:modId xmlns:p14="http://schemas.microsoft.com/office/powerpoint/2010/main" val="3424457769"/>
              </p:ext>
            </p:extLst>
          </p:nvPr>
        </p:nvGraphicFramePr>
        <p:xfrm>
          <a:off x="5312761" y="2566767"/>
          <a:ext cx="4013200" cy="1331913"/>
        </p:xfrm>
        <a:graphic>
          <a:graphicData uri="http://schemas.openxmlformats.org/presentationml/2006/ole">
            <mc:AlternateContent xmlns:mc="http://schemas.openxmlformats.org/markup-compatibility/2006">
              <mc:Choice xmlns:v="urn:schemas-microsoft-com:vml" Requires="v">
                <p:oleObj name="Equation" r:id="rId14" imgW="2679480" imgH="888840" progId="Equation.DSMT4">
                  <p:embed/>
                </p:oleObj>
              </mc:Choice>
              <mc:Fallback>
                <p:oleObj name="Equation" r:id="rId14" imgW="2679480" imgH="888840" progId="Equation.DSMT4">
                  <p:embed/>
                  <p:pic>
                    <p:nvPicPr>
                      <p:cNvPr id="17" name="Object 16">
                        <a:extLst>
                          <a:ext uri="{FF2B5EF4-FFF2-40B4-BE49-F238E27FC236}">
                            <a16:creationId xmlns:a16="http://schemas.microsoft.com/office/drawing/2014/main" id="{D021609E-EB09-3BDD-2455-75C3B6A78FB5}"/>
                          </a:ext>
                        </a:extLst>
                      </p:cNvPr>
                      <p:cNvPicPr/>
                      <p:nvPr/>
                    </p:nvPicPr>
                    <p:blipFill>
                      <a:blip r:embed="rId15"/>
                      <a:stretch>
                        <a:fillRect/>
                      </a:stretch>
                    </p:blipFill>
                    <p:spPr>
                      <a:xfrm>
                        <a:off x="5312761" y="2566767"/>
                        <a:ext cx="4013200" cy="1331913"/>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90EB5E20-7543-DA49-B839-4984F407E17A}"/>
              </a:ext>
            </a:extLst>
          </p:cNvPr>
          <p:cNvGraphicFramePr>
            <a:graphicFrameLocks noChangeAspect="1"/>
          </p:cNvGraphicFramePr>
          <p:nvPr>
            <p:extLst>
              <p:ext uri="{D42A27DB-BD31-4B8C-83A1-F6EECF244321}">
                <p14:modId xmlns:p14="http://schemas.microsoft.com/office/powerpoint/2010/main" val="1207155194"/>
              </p:ext>
            </p:extLst>
          </p:nvPr>
        </p:nvGraphicFramePr>
        <p:xfrm>
          <a:off x="5288948" y="4627342"/>
          <a:ext cx="3798888" cy="976313"/>
        </p:xfrm>
        <a:graphic>
          <a:graphicData uri="http://schemas.openxmlformats.org/presentationml/2006/ole">
            <mc:AlternateContent xmlns:mc="http://schemas.openxmlformats.org/markup-compatibility/2006">
              <mc:Choice xmlns:v="urn:schemas-microsoft-com:vml" Requires="v">
                <p:oleObj name="Equation" r:id="rId16" imgW="2374560" imgH="609480" progId="Equation.DSMT4">
                  <p:embed/>
                </p:oleObj>
              </mc:Choice>
              <mc:Fallback>
                <p:oleObj name="Equation" r:id="rId16" imgW="2374560" imgH="609480" progId="Equation.DSMT4">
                  <p:embed/>
                  <p:pic>
                    <p:nvPicPr>
                      <p:cNvPr id="18" name="Object 17">
                        <a:extLst>
                          <a:ext uri="{FF2B5EF4-FFF2-40B4-BE49-F238E27FC236}">
                            <a16:creationId xmlns:a16="http://schemas.microsoft.com/office/drawing/2014/main" id="{90EB5E20-7543-DA49-B839-4984F407E17A}"/>
                          </a:ext>
                        </a:extLst>
                      </p:cNvPr>
                      <p:cNvPicPr/>
                      <p:nvPr/>
                    </p:nvPicPr>
                    <p:blipFill>
                      <a:blip r:embed="rId17"/>
                      <a:stretch>
                        <a:fillRect/>
                      </a:stretch>
                    </p:blipFill>
                    <p:spPr>
                      <a:xfrm>
                        <a:off x="5288948" y="4627342"/>
                        <a:ext cx="3798888" cy="976313"/>
                      </a:xfrm>
                      <a:prstGeom prst="rect">
                        <a:avLst/>
                      </a:prstGeom>
                    </p:spPr>
                  </p:pic>
                </p:oleObj>
              </mc:Fallback>
            </mc:AlternateContent>
          </a:graphicData>
        </a:graphic>
      </p:graphicFrame>
    </p:spTree>
    <p:extLst>
      <p:ext uri="{BB962C8B-B14F-4D97-AF65-F5344CB8AC3E}">
        <p14:creationId xmlns:p14="http://schemas.microsoft.com/office/powerpoint/2010/main" val="612261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A9232-7B11-0BB2-A5DD-95E1E098E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06C3AC-7AEB-490E-08BC-5EEDD1B4488B}"/>
              </a:ext>
            </a:extLst>
          </p:cNvPr>
          <p:cNvSpPr>
            <a:spLocks noGrp="1"/>
          </p:cNvSpPr>
          <p:nvPr>
            <p:ph type="title"/>
          </p:nvPr>
        </p:nvSpPr>
        <p:spPr>
          <a:xfrm>
            <a:off x="527966" y="79119"/>
            <a:ext cx="10698834" cy="457318"/>
          </a:xfrm>
        </p:spPr>
        <p:txBody>
          <a:bodyPr>
            <a:noAutofit/>
          </a:bodyPr>
          <a:lstStyle/>
          <a:p>
            <a:r>
              <a:rPr lang="en-US" sz="3200">
                <a:latin typeface="Lato" panose="020F0502020204030203" pitchFamily="34" charset="0"/>
                <a:cs typeface="Lato" panose="020F0502020204030203" pitchFamily="34" charset="0"/>
              </a:rPr>
              <a:t>Thiết kế điều khiển 2 bộ nghịch lưu hoạt động song song</a:t>
            </a:r>
            <a:endParaRPr lang="en-US" sz="3200" dirty="0">
              <a:latin typeface="Lato" panose="020F0502020204030203" pitchFamily="34" charset="0"/>
              <a:cs typeface="Lato" panose="020F0502020204030203" pitchFamily="34" charset="0"/>
            </a:endParaRPr>
          </a:p>
        </p:txBody>
      </p:sp>
      <p:sp>
        <p:nvSpPr>
          <p:cNvPr id="4" name="Slide Number Placeholder 3">
            <a:extLst>
              <a:ext uri="{FF2B5EF4-FFF2-40B4-BE49-F238E27FC236}">
                <a16:creationId xmlns:a16="http://schemas.microsoft.com/office/drawing/2014/main" id="{91E35354-7975-09CD-AA07-82DF5715AA79}"/>
              </a:ext>
            </a:extLst>
          </p:cNvPr>
          <p:cNvSpPr>
            <a:spLocks noGrp="1"/>
          </p:cNvSpPr>
          <p:nvPr>
            <p:ph type="sldNum" sz="quarter" idx="4"/>
          </p:nvPr>
        </p:nvSpPr>
        <p:spPr/>
        <p:txBody>
          <a:bodyPr/>
          <a:lstStyle/>
          <a:p>
            <a:fld id="{D7016DB7-74C3-4088-91B2-8C513CF55A6C}" type="slidenum">
              <a:rPr lang="en-US" smtClean="0">
                <a:latin typeface="Lato" panose="020F0502020204030203" pitchFamily="34" charset="0"/>
                <a:ea typeface="Lato" panose="020F0502020204030203" pitchFamily="34" charset="0"/>
                <a:cs typeface="Lato" panose="020F0502020204030203" pitchFamily="34" charset="0"/>
              </a:rPr>
              <a:pPr/>
              <a:t>6</a:t>
            </a:fld>
            <a:endParaRPr lang="en-US">
              <a:latin typeface="Lato" panose="020F0502020204030203" pitchFamily="34" charset="0"/>
              <a:ea typeface="Lato" panose="020F0502020204030203" pitchFamily="34" charset="0"/>
              <a:cs typeface="Lato" panose="020F0502020204030203" pitchFamily="34" charset="0"/>
            </a:endParaRPr>
          </a:p>
        </p:txBody>
      </p:sp>
      <p:sp>
        <p:nvSpPr>
          <p:cNvPr id="6" name="Rectangle 5">
            <a:extLst>
              <a:ext uri="{FF2B5EF4-FFF2-40B4-BE49-F238E27FC236}">
                <a16:creationId xmlns:a16="http://schemas.microsoft.com/office/drawing/2014/main" id="{28586D66-5976-1A01-739A-CF36C8AD3BFC}"/>
              </a:ext>
            </a:extLst>
          </p:cNvPr>
          <p:cNvSpPr/>
          <p:nvPr/>
        </p:nvSpPr>
        <p:spPr>
          <a:xfrm>
            <a:off x="70819" y="33475"/>
            <a:ext cx="459792" cy="50296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Lato" panose="020F0502020204030203" pitchFamily="34" charset="0"/>
                <a:ea typeface="Lato" panose="020F0502020204030203" pitchFamily="34" charset="0"/>
                <a:cs typeface="Lato" panose="020F0502020204030203" pitchFamily="34" charset="0"/>
              </a:rPr>
              <a:t>2</a:t>
            </a:r>
          </a:p>
        </p:txBody>
      </p:sp>
      <p:sp>
        <p:nvSpPr>
          <p:cNvPr id="29" name="TextBox 6">
            <a:extLst>
              <a:ext uri="{FF2B5EF4-FFF2-40B4-BE49-F238E27FC236}">
                <a16:creationId xmlns:a16="http://schemas.microsoft.com/office/drawing/2014/main" id="{5904A92D-FE77-EC48-773F-003F774E8DE8}"/>
              </a:ext>
            </a:extLst>
          </p:cNvPr>
          <p:cNvSpPr txBox="1"/>
          <p:nvPr/>
        </p:nvSpPr>
        <p:spPr>
          <a:xfrm>
            <a:off x="3492355" y="5683955"/>
            <a:ext cx="4580026" cy="33855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Hình 8. State machine khâu tiền đồng bộ</a:t>
            </a:r>
            <a:endParaRPr kumimoji="0" lang="en-US" sz="1600" b="0" i="1" u="none" strike="noStrike" kern="1200" cap="none" spc="0" normalizeH="0" baseline="0" noProof="0" dirty="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p:txBody>
      </p:sp>
      <p:pic>
        <p:nvPicPr>
          <p:cNvPr id="5" name="Hình ảnh 4">
            <a:extLst>
              <a:ext uri="{FF2B5EF4-FFF2-40B4-BE49-F238E27FC236}">
                <a16:creationId xmlns:a16="http://schemas.microsoft.com/office/drawing/2014/main" id="{BC110AB2-357A-3B36-CEC3-885CE1FF3C77}"/>
              </a:ext>
            </a:extLst>
          </p:cNvPr>
          <p:cNvPicPr>
            <a:picLocks noChangeAspect="1"/>
          </p:cNvPicPr>
          <p:nvPr/>
        </p:nvPicPr>
        <p:blipFill>
          <a:blip r:embed="rId3"/>
          <a:srcRect l="992" r="1375"/>
          <a:stretch>
            <a:fillRect/>
          </a:stretch>
        </p:blipFill>
        <p:spPr>
          <a:xfrm>
            <a:off x="2851915" y="787930"/>
            <a:ext cx="5860907" cy="4813809"/>
          </a:xfrm>
          <a:prstGeom prst="rect">
            <a:avLst/>
          </a:prstGeom>
          <a:ln>
            <a:solidFill>
              <a:srgbClr val="FF0000"/>
            </a:solidFill>
          </a:ln>
        </p:spPr>
      </p:pic>
    </p:spTree>
    <p:extLst>
      <p:ext uri="{BB962C8B-B14F-4D97-AF65-F5344CB8AC3E}">
        <p14:creationId xmlns:p14="http://schemas.microsoft.com/office/powerpoint/2010/main" val="386251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EE3E0-5FDD-76D4-EEB4-A19862755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2B9CA7-4115-6AF9-E711-68D62D320BF3}"/>
              </a:ext>
            </a:extLst>
          </p:cNvPr>
          <p:cNvSpPr>
            <a:spLocks noGrp="1"/>
          </p:cNvSpPr>
          <p:nvPr>
            <p:ph type="title"/>
          </p:nvPr>
        </p:nvSpPr>
        <p:spPr>
          <a:xfrm>
            <a:off x="527966" y="79119"/>
            <a:ext cx="8345261" cy="457318"/>
          </a:xfrm>
        </p:spPr>
        <p:txBody>
          <a:bodyPr>
            <a:noAutofit/>
          </a:bodyPr>
          <a:lstStyle/>
          <a:p>
            <a:r>
              <a:rPr lang="en-US" sz="3200">
                <a:latin typeface="Lato" panose="020F0502020204030203" pitchFamily="34" charset="0"/>
                <a:cs typeface="Lato" panose="020F0502020204030203" pitchFamily="34" charset="0"/>
              </a:rPr>
              <a:t>Triển khai hệ thống trên mô hình thực nghiệm</a:t>
            </a:r>
            <a:endParaRPr lang="en-US" sz="3200" dirty="0">
              <a:latin typeface="Lato" panose="020F0502020204030203" pitchFamily="34" charset="0"/>
              <a:cs typeface="Lato" panose="020F0502020204030203" pitchFamily="34" charset="0"/>
            </a:endParaRPr>
          </a:p>
        </p:txBody>
      </p:sp>
      <p:sp>
        <p:nvSpPr>
          <p:cNvPr id="4" name="Slide Number Placeholder 3">
            <a:extLst>
              <a:ext uri="{FF2B5EF4-FFF2-40B4-BE49-F238E27FC236}">
                <a16:creationId xmlns:a16="http://schemas.microsoft.com/office/drawing/2014/main" id="{E21B5D22-BE8F-E0EC-17AF-1644A7013D2F}"/>
              </a:ext>
            </a:extLst>
          </p:cNvPr>
          <p:cNvSpPr>
            <a:spLocks noGrp="1"/>
          </p:cNvSpPr>
          <p:nvPr>
            <p:ph type="sldNum" sz="quarter" idx="4"/>
          </p:nvPr>
        </p:nvSpPr>
        <p:spPr/>
        <p:txBody>
          <a:bodyPr/>
          <a:lstStyle/>
          <a:p>
            <a:fld id="{D7016DB7-74C3-4088-91B2-8C513CF55A6C}" type="slidenum">
              <a:rPr lang="en-US" smtClean="0">
                <a:latin typeface="Lato" panose="020F0502020204030203" pitchFamily="34" charset="0"/>
                <a:ea typeface="Lato" panose="020F0502020204030203" pitchFamily="34" charset="0"/>
                <a:cs typeface="Lato" panose="020F0502020204030203" pitchFamily="34" charset="0"/>
              </a:rPr>
              <a:pPr/>
              <a:t>7</a:t>
            </a:fld>
            <a:endParaRPr lang="en-US">
              <a:latin typeface="Lato" panose="020F0502020204030203" pitchFamily="34" charset="0"/>
              <a:ea typeface="Lato" panose="020F0502020204030203" pitchFamily="34" charset="0"/>
              <a:cs typeface="Lato" panose="020F0502020204030203" pitchFamily="34" charset="0"/>
            </a:endParaRPr>
          </a:p>
        </p:txBody>
      </p:sp>
      <p:sp>
        <p:nvSpPr>
          <p:cNvPr id="6" name="Rectangle 5">
            <a:extLst>
              <a:ext uri="{FF2B5EF4-FFF2-40B4-BE49-F238E27FC236}">
                <a16:creationId xmlns:a16="http://schemas.microsoft.com/office/drawing/2014/main" id="{D97F252F-46F9-5116-C3FF-634A1729E20E}"/>
              </a:ext>
            </a:extLst>
          </p:cNvPr>
          <p:cNvSpPr/>
          <p:nvPr/>
        </p:nvSpPr>
        <p:spPr>
          <a:xfrm>
            <a:off x="70819" y="33475"/>
            <a:ext cx="459792" cy="50296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Lato" panose="020F0502020204030203" pitchFamily="34" charset="0"/>
                <a:ea typeface="Lato" panose="020F0502020204030203" pitchFamily="34" charset="0"/>
                <a:cs typeface="Lato" panose="020F0502020204030203" pitchFamily="34" charset="0"/>
              </a:rPr>
              <a:t>3</a:t>
            </a:r>
          </a:p>
        </p:txBody>
      </p:sp>
      <p:sp>
        <p:nvSpPr>
          <p:cNvPr id="7" name="Hộp Văn bản 6">
            <a:extLst>
              <a:ext uri="{FF2B5EF4-FFF2-40B4-BE49-F238E27FC236}">
                <a16:creationId xmlns:a16="http://schemas.microsoft.com/office/drawing/2014/main" id="{A8116D6B-5D00-9783-1411-A674A4D42AA0}"/>
              </a:ext>
            </a:extLst>
          </p:cNvPr>
          <p:cNvSpPr txBox="1"/>
          <p:nvPr/>
        </p:nvSpPr>
        <p:spPr>
          <a:xfrm>
            <a:off x="67321" y="605736"/>
            <a:ext cx="5187832" cy="369332"/>
          </a:xfrm>
          <a:prstGeom prst="rect">
            <a:avLst/>
          </a:prstGeom>
          <a:noFill/>
        </p:spPr>
        <p:txBody>
          <a:bodyPr wrap="square" rtlCol="0">
            <a:spAutoFit/>
          </a:bodyPr>
          <a:lstStyle/>
          <a:p>
            <a:r>
              <a:rPr lang="vi-VN">
                <a:latin typeface="Lato" panose="020F0502020204030203" pitchFamily="34" charset="0"/>
                <a:ea typeface="Lato" panose="020F0502020204030203" pitchFamily="34" charset="0"/>
                <a:cs typeface="Lato" panose="020F0502020204030203" pitchFamily="34" charset="0"/>
              </a:rPr>
              <a:t>Thiết kế bổ sung phần mạch đo</a:t>
            </a:r>
            <a:endParaRPr lang="en-US">
              <a:latin typeface="Lato" panose="020F0502020204030203" pitchFamily="34" charset="0"/>
              <a:ea typeface="Lato" panose="020F0502020204030203" pitchFamily="34" charset="0"/>
              <a:cs typeface="Lato" panose="020F0502020204030203" pitchFamily="34" charset="0"/>
            </a:endParaRPr>
          </a:p>
        </p:txBody>
      </p:sp>
      <p:sp>
        <p:nvSpPr>
          <p:cNvPr id="41" name="Hộp Văn bản 12">
            <a:extLst>
              <a:ext uri="{FF2B5EF4-FFF2-40B4-BE49-F238E27FC236}">
                <a16:creationId xmlns:a16="http://schemas.microsoft.com/office/drawing/2014/main" id="{4A6C6627-BA08-2430-854F-99D6FBE0B9BC}"/>
              </a:ext>
            </a:extLst>
          </p:cNvPr>
          <p:cNvSpPr txBox="1"/>
          <p:nvPr/>
        </p:nvSpPr>
        <p:spPr>
          <a:xfrm>
            <a:off x="1333149" y="6155096"/>
            <a:ext cx="4311851" cy="307777"/>
          </a:xfrm>
          <a:prstGeom prst="rect">
            <a:avLst/>
          </a:prstGeom>
          <a:noFill/>
        </p:spPr>
        <p:txBody>
          <a:bodyPr wrap="square">
            <a:spAutoFit/>
          </a:bodyPr>
          <a:lstStyle/>
          <a:p>
            <a:pPr algn="ctr"/>
            <a:r>
              <a:rPr kumimoji="0" lang="vi-VN" sz="1400" b="1"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Hình 2: </a:t>
            </a:r>
            <a:r>
              <a:rPr kumimoji="0" lang="vi-VN" sz="140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Nguyên lý mạch đo dòng</a:t>
            </a:r>
          </a:p>
        </p:txBody>
      </p:sp>
      <p:sp>
        <p:nvSpPr>
          <p:cNvPr id="42" name="Hộp Văn bản 3">
            <a:extLst>
              <a:ext uri="{FF2B5EF4-FFF2-40B4-BE49-F238E27FC236}">
                <a16:creationId xmlns:a16="http://schemas.microsoft.com/office/drawing/2014/main" id="{A6047925-8198-469D-EFB2-B8643D518545}"/>
              </a:ext>
            </a:extLst>
          </p:cNvPr>
          <p:cNvSpPr txBox="1"/>
          <p:nvPr/>
        </p:nvSpPr>
        <p:spPr>
          <a:xfrm>
            <a:off x="67321" y="985277"/>
            <a:ext cx="6317731" cy="2308324"/>
          </a:xfrm>
          <a:prstGeom prst="rect">
            <a:avLst/>
          </a:prstGeom>
          <a:noFill/>
        </p:spPr>
        <p:txBody>
          <a:bodyPr wrap="square" rtlCol="0">
            <a:spAutoFit/>
          </a:bodyPr>
          <a:lstStyle/>
          <a:p>
            <a:pPr marL="285750" indent="-285750">
              <a:buFont typeface="Arial" panose="020B0604020202020204" pitchFamily="34" charset="0"/>
              <a:buChar char="•"/>
            </a:pPr>
            <a:r>
              <a:rPr lang="vi-VN"/>
              <a:t>Hiện tại các board mạch đã có đủ số lượng kênh đo áp, còn thiếu IC INA128.</a:t>
            </a:r>
          </a:p>
          <a:p>
            <a:pPr marL="285750" indent="-285750">
              <a:buFont typeface="Arial" panose="020B0604020202020204" pitchFamily="34" charset="0"/>
              <a:buChar char="•"/>
            </a:pPr>
            <a:r>
              <a:rPr lang="vi-VN"/>
              <a:t>Vấn đề: trên thị trường hiện tại khó kiếm được IC INA128 do đã ngừng sản xuất từ lâu.</a:t>
            </a:r>
          </a:p>
          <a:p>
            <a:pPr marL="285750" indent="-285750">
              <a:buFont typeface="Arial" panose="020B0604020202020204" pitchFamily="34" charset="0"/>
              <a:buChar char="•"/>
            </a:pPr>
            <a:r>
              <a:rPr lang="vi-VN"/>
              <a:t>Giải pháp: Sử dụng INA828, sản phẩm thay thế khuyến nghị của INA128 do TI đề xuất, có kích thước và sơ đồ cấu tạo chân là tương tự nhau. </a:t>
            </a:r>
            <a:r>
              <a:rPr lang="vi-VN">
                <a:hlinkClick r:id="rId3"/>
              </a:rPr>
              <a:t>INA828 data sheet, product information and support | TI.com</a:t>
            </a:r>
            <a:endParaRPr lang="vi-VN"/>
          </a:p>
        </p:txBody>
      </p:sp>
      <p:pic>
        <p:nvPicPr>
          <p:cNvPr id="43" name="Hình ảnh 116" descr="Ảnh có chứa đồ điện tử, mạch điện, Kỹ thuật điện, ảnh chụp màn hình&#10;&#10;Nội dung do AI tạo ra có thể không chính xác.">
            <a:extLst>
              <a:ext uri="{FF2B5EF4-FFF2-40B4-BE49-F238E27FC236}">
                <a16:creationId xmlns:a16="http://schemas.microsoft.com/office/drawing/2014/main" id="{17CF074D-71CB-41B9-2EAE-BD44FCAFA25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729785" y="767359"/>
            <a:ext cx="5401857" cy="2550838"/>
          </a:xfrm>
          <a:prstGeom prst="rect">
            <a:avLst/>
          </a:prstGeom>
          <a:noFill/>
        </p:spPr>
      </p:pic>
      <p:sp>
        <p:nvSpPr>
          <p:cNvPr id="44" name="Hộp Văn bản 12">
            <a:extLst>
              <a:ext uri="{FF2B5EF4-FFF2-40B4-BE49-F238E27FC236}">
                <a16:creationId xmlns:a16="http://schemas.microsoft.com/office/drawing/2014/main" id="{2CE02CAC-408C-C575-3311-916CC7ABB587}"/>
              </a:ext>
            </a:extLst>
          </p:cNvPr>
          <p:cNvSpPr txBox="1"/>
          <p:nvPr/>
        </p:nvSpPr>
        <p:spPr>
          <a:xfrm>
            <a:off x="7070894" y="3355824"/>
            <a:ext cx="4311851" cy="307777"/>
          </a:xfrm>
          <a:prstGeom prst="rect">
            <a:avLst/>
          </a:prstGeom>
          <a:noFill/>
        </p:spPr>
        <p:txBody>
          <a:bodyPr wrap="square">
            <a:spAutoFit/>
          </a:bodyPr>
          <a:lstStyle/>
          <a:p>
            <a:pPr algn="ctr"/>
            <a:r>
              <a:rPr kumimoji="0" lang="vi-VN" sz="1400" b="1"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Hình </a:t>
            </a:r>
            <a:r>
              <a:rPr lang="vi-VN" sz="1400" b="1">
                <a:solidFill>
                  <a:prstClr val="black"/>
                </a:solidFill>
                <a:latin typeface="Lato" panose="020F0502020204030203" pitchFamily="34" charset="0"/>
                <a:ea typeface="Lato" panose="020F0502020204030203" pitchFamily="34" charset="0"/>
                <a:cs typeface="Lato" panose="020F0502020204030203" pitchFamily="34" charset="0"/>
              </a:rPr>
              <a:t>3</a:t>
            </a:r>
            <a:r>
              <a:rPr kumimoji="0" lang="vi-VN" sz="1400" b="1"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 </a:t>
            </a:r>
            <a:r>
              <a:rPr kumimoji="0" lang="vi-VN" sz="140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Sơ đồ mạch đo lường</a:t>
            </a:r>
          </a:p>
        </p:txBody>
      </p:sp>
      <p:pic>
        <p:nvPicPr>
          <p:cNvPr id="45" name="Picture 44">
            <a:extLst>
              <a:ext uri="{FF2B5EF4-FFF2-40B4-BE49-F238E27FC236}">
                <a16:creationId xmlns:a16="http://schemas.microsoft.com/office/drawing/2014/main" id="{6998CD29-7C95-2449-8C30-EC6ED69D591D}"/>
              </a:ext>
            </a:extLst>
          </p:cNvPr>
          <p:cNvPicPr>
            <a:picLocks noChangeAspect="1"/>
          </p:cNvPicPr>
          <p:nvPr/>
        </p:nvPicPr>
        <p:blipFill>
          <a:blip r:embed="rId5"/>
          <a:srcRect t="20814"/>
          <a:stretch>
            <a:fillRect/>
          </a:stretch>
        </p:blipFill>
        <p:spPr>
          <a:xfrm>
            <a:off x="6541049" y="3816636"/>
            <a:ext cx="2543530" cy="1976397"/>
          </a:xfrm>
          <a:prstGeom prst="rect">
            <a:avLst/>
          </a:prstGeom>
        </p:spPr>
      </p:pic>
      <p:pic>
        <p:nvPicPr>
          <p:cNvPr id="46" name="Picture 45">
            <a:extLst>
              <a:ext uri="{FF2B5EF4-FFF2-40B4-BE49-F238E27FC236}">
                <a16:creationId xmlns:a16="http://schemas.microsoft.com/office/drawing/2014/main" id="{7842F87C-1290-FE11-A856-A0B226DACC45}"/>
              </a:ext>
            </a:extLst>
          </p:cNvPr>
          <p:cNvPicPr>
            <a:picLocks noChangeAspect="1"/>
          </p:cNvPicPr>
          <p:nvPr/>
        </p:nvPicPr>
        <p:blipFill>
          <a:blip r:embed="rId6"/>
          <a:stretch>
            <a:fillRect/>
          </a:stretch>
        </p:blipFill>
        <p:spPr>
          <a:xfrm>
            <a:off x="9084579" y="3896144"/>
            <a:ext cx="2804111" cy="1754114"/>
          </a:xfrm>
          <a:prstGeom prst="rect">
            <a:avLst/>
          </a:prstGeom>
        </p:spPr>
      </p:pic>
      <p:sp>
        <p:nvSpPr>
          <p:cNvPr id="47" name="Hộp Văn bản 12">
            <a:extLst>
              <a:ext uri="{FF2B5EF4-FFF2-40B4-BE49-F238E27FC236}">
                <a16:creationId xmlns:a16="http://schemas.microsoft.com/office/drawing/2014/main" id="{A210EAE8-4075-5E1C-4315-7910EFD711D0}"/>
              </a:ext>
            </a:extLst>
          </p:cNvPr>
          <p:cNvSpPr txBox="1"/>
          <p:nvPr/>
        </p:nvSpPr>
        <p:spPr>
          <a:xfrm>
            <a:off x="7267701" y="5939653"/>
            <a:ext cx="4311851" cy="523220"/>
          </a:xfrm>
          <a:prstGeom prst="rect">
            <a:avLst/>
          </a:prstGeom>
          <a:noFill/>
        </p:spPr>
        <p:txBody>
          <a:bodyPr wrap="square">
            <a:spAutoFit/>
          </a:bodyPr>
          <a:lstStyle/>
          <a:p>
            <a:pPr algn="ctr"/>
            <a:r>
              <a:rPr kumimoji="0" lang="vi-VN" sz="1400" b="1"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Hình </a:t>
            </a:r>
            <a:r>
              <a:rPr lang="vi-VN" sz="1400" b="1">
                <a:solidFill>
                  <a:prstClr val="black"/>
                </a:solidFill>
                <a:latin typeface="Lato" panose="020F0502020204030203" pitchFamily="34" charset="0"/>
                <a:ea typeface="Lato" panose="020F0502020204030203" pitchFamily="34" charset="0"/>
                <a:cs typeface="Lato" panose="020F0502020204030203" pitchFamily="34" charset="0"/>
              </a:rPr>
              <a:t>3</a:t>
            </a:r>
            <a:r>
              <a:rPr kumimoji="0" lang="vi-VN" sz="1400" b="1"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 </a:t>
            </a:r>
            <a:r>
              <a:rPr kumimoji="0" lang="vi-VN" sz="140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So sánh cấu tạo chân của INA828 (a) và INA128 (b)</a:t>
            </a:r>
          </a:p>
        </p:txBody>
      </p:sp>
      <p:sp>
        <p:nvSpPr>
          <p:cNvPr id="48" name="Hộp Văn bản 12">
            <a:extLst>
              <a:ext uri="{FF2B5EF4-FFF2-40B4-BE49-F238E27FC236}">
                <a16:creationId xmlns:a16="http://schemas.microsoft.com/office/drawing/2014/main" id="{D60BD27E-AC97-CE36-AEB2-E26526547A1E}"/>
              </a:ext>
            </a:extLst>
          </p:cNvPr>
          <p:cNvSpPr txBox="1"/>
          <p:nvPr/>
        </p:nvSpPr>
        <p:spPr>
          <a:xfrm>
            <a:off x="7609090" y="5594249"/>
            <a:ext cx="597120" cy="307777"/>
          </a:xfrm>
          <a:prstGeom prst="rect">
            <a:avLst/>
          </a:prstGeom>
          <a:noFill/>
        </p:spPr>
        <p:txBody>
          <a:bodyPr wrap="square">
            <a:spAutoFit/>
          </a:bodyPr>
          <a:lstStyle/>
          <a:p>
            <a:pPr algn="ctr"/>
            <a:r>
              <a:rPr kumimoji="0" lang="vi-VN" sz="1400" b="1"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(a)</a:t>
            </a:r>
            <a:endParaRPr kumimoji="0" lang="vi-VN" sz="140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49" name="Hộp Văn bản 12">
            <a:extLst>
              <a:ext uri="{FF2B5EF4-FFF2-40B4-BE49-F238E27FC236}">
                <a16:creationId xmlns:a16="http://schemas.microsoft.com/office/drawing/2014/main" id="{8A3EA46B-A229-11FC-73E8-085A3768A22F}"/>
              </a:ext>
            </a:extLst>
          </p:cNvPr>
          <p:cNvSpPr txBox="1"/>
          <p:nvPr/>
        </p:nvSpPr>
        <p:spPr>
          <a:xfrm>
            <a:off x="10330091" y="5592921"/>
            <a:ext cx="597120" cy="307777"/>
          </a:xfrm>
          <a:prstGeom prst="rect">
            <a:avLst/>
          </a:prstGeom>
          <a:noFill/>
        </p:spPr>
        <p:txBody>
          <a:bodyPr wrap="square">
            <a:spAutoFit/>
          </a:bodyPr>
          <a:lstStyle/>
          <a:p>
            <a:pPr algn="ctr"/>
            <a:r>
              <a:rPr kumimoji="0" lang="vi-VN" sz="1400" b="1"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(b)</a:t>
            </a:r>
            <a:endParaRPr kumimoji="0" lang="vi-VN" sz="140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p:txBody>
      </p:sp>
      <p:pic>
        <p:nvPicPr>
          <p:cNvPr id="11" name="Hình ảnh 5" descr="Ảnh có chứa văn bản, biểu đồ, hàng, Phông chữ&#10;&#10;Nội dung do AI tạo ra có thể không chính xác.">
            <a:extLst>
              <a:ext uri="{FF2B5EF4-FFF2-40B4-BE49-F238E27FC236}">
                <a16:creationId xmlns:a16="http://schemas.microsoft.com/office/drawing/2014/main" id="{B5A53D31-8D21-4553-A83F-09FB1C388CF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8820" y="3395230"/>
            <a:ext cx="6028242" cy="1863867"/>
          </a:xfrm>
          <a:prstGeom prst="rect">
            <a:avLst/>
          </a:prstGeom>
        </p:spPr>
      </p:pic>
      <p:pic>
        <p:nvPicPr>
          <p:cNvPr id="12" name="Picture 4" descr="HCPL-7800A-300E Broadcom, Isolation Amplifier, 5 V, 8-Pin PDIP SMD | RS">
            <a:extLst>
              <a:ext uri="{FF2B5EF4-FFF2-40B4-BE49-F238E27FC236}">
                <a16:creationId xmlns:a16="http://schemas.microsoft.com/office/drawing/2014/main" id="{D2D5EE81-1541-51EC-28BA-867AB5E1D722}"/>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7095" r="18500"/>
          <a:stretch>
            <a:fillRect/>
          </a:stretch>
        </p:blipFill>
        <p:spPr bwMode="auto">
          <a:xfrm>
            <a:off x="2182631" y="5315376"/>
            <a:ext cx="749910" cy="654354"/>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3" name="Hộp Văn bản 4">
                <a:extLst>
                  <a:ext uri="{FF2B5EF4-FFF2-40B4-BE49-F238E27FC236}">
                    <a16:creationId xmlns:a16="http://schemas.microsoft.com/office/drawing/2014/main" id="{C473A2E2-A0E0-E674-31AC-99ACBA3B82CF}"/>
                  </a:ext>
                </a:extLst>
              </p:cNvPr>
              <p:cNvSpPr txBox="1"/>
              <p:nvPr/>
            </p:nvSpPr>
            <p:spPr>
              <a:xfrm>
                <a:off x="228551" y="5258895"/>
                <a:ext cx="2072476" cy="738664"/>
              </a:xfrm>
              <a:prstGeom prst="rect">
                <a:avLst/>
              </a:prstGeom>
              <a:noFill/>
            </p:spPr>
            <p:txBody>
              <a:bodyPr wrap="square">
                <a:spAutoFit/>
              </a:bodyPr>
              <a:lstStyle/>
              <a:p>
                <a:r>
                  <a:rPr kumimoji="0" lang="vi-VN" sz="1400" b="1"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IC cách ly HCPL 7800A</a:t>
                </a:r>
              </a:p>
              <a:p>
                <a:r>
                  <a:rPr lang="vi-VN" sz="1400"/>
                  <a:t>Điện áp cách ly: </a:t>
                </a:r>
                <a14:m>
                  <m:oMath xmlns:m="http://schemas.openxmlformats.org/officeDocument/2006/math">
                    <m:r>
                      <a:rPr lang="vi-VN" sz="1400" i="1" smtClean="0">
                        <a:latin typeface="Cambria Math" panose="02040503050406030204" pitchFamily="18" charset="0"/>
                      </a:rPr>
                      <m:t>630</m:t>
                    </m:r>
                    <m:r>
                      <a:rPr lang="vi-VN" sz="1400" b="0" i="1" smtClean="0">
                        <a:latin typeface="Cambria Math" panose="02040503050406030204" pitchFamily="18" charset="0"/>
                      </a:rPr>
                      <m:t> </m:t>
                    </m:r>
                    <m:r>
                      <a:rPr lang="vi-VN" sz="1400" i="1" smtClean="0">
                        <a:latin typeface="Cambria Math" panose="02040503050406030204" pitchFamily="18" charset="0"/>
                      </a:rPr>
                      <m:t>𝑉</m:t>
                    </m:r>
                  </m:oMath>
                </a14:m>
                <a:endParaRPr lang="vi-VN" sz="1400"/>
              </a:p>
              <a:p>
                <a:r>
                  <a:rPr lang="vi-VN" sz="1400"/>
                  <a:t>Điện áp vào: </a:t>
                </a:r>
                <a14:m>
                  <m:oMath xmlns:m="http://schemas.openxmlformats.org/officeDocument/2006/math">
                    <m:r>
                      <a:rPr lang="vi-VN" sz="1400">
                        <a:latin typeface="Cambria Math" panose="02040503050406030204" pitchFamily="18" charset="0"/>
                      </a:rPr>
                      <m:t>0</m:t>
                    </m:r>
                    <m:r>
                      <a:rPr lang="vi-VN" sz="1400" b="0" i="1" smtClean="0">
                        <a:latin typeface="Cambria Math" panose="02040503050406030204" pitchFamily="18" charset="0"/>
                      </a:rPr>
                      <m:t>−</m:t>
                    </m:r>
                    <m:r>
                      <a:rPr lang="vi-VN" sz="1400" i="1">
                        <a:latin typeface="Cambria Math" panose="02040503050406030204" pitchFamily="18" charset="0"/>
                      </a:rPr>
                      <m:t>2</m:t>
                    </m:r>
                    <m:r>
                      <a:rPr lang="vi-VN" sz="1400" b="0" i="1" smtClean="0">
                        <a:latin typeface="Cambria Math" panose="02040503050406030204" pitchFamily="18" charset="0"/>
                      </a:rPr>
                      <m:t> </m:t>
                    </m:r>
                    <m:r>
                      <m:rPr>
                        <m:sty m:val="p"/>
                      </m:rPr>
                      <a:rPr lang="vi-VN" sz="1400" i="1">
                        <a:latin typeface="Cambria Math" panose="02040503050406030204" pitchFamily="18" charset="0"/>
                      </a:rPr>
                      <m:t>V</m:t>
                    </m:r>
                    <m:r>
                      <a:rPr lang="vi-VN" sz="1400" b="0" i="1" smtClean="0">
                        <a:latin typeface="Cambria Math" panose="02040503050406030204" pitchFamily="18" charset="0"/>
                      </a:rPr>
                      <m:t> </m:t>
                    </m:r>
                  </m:oMath>
                </a14:m>
                <a:endParaRPr lang="vi-VN" sz="1400"/>
              </a:p>
            </p:txBody>
          </p:sp>
        </mc:Choice>
        <mc:Fallback xmlns="">
          <p:sp>
            <p:nvSpPr>
              <p:cNvPr id="13" name="Hộp Văn bản 4">
                <a:extLst>
                  <a:ext uri="{FF2B5EF4-FFF2-40B4-BE49-F238E27FC236}">
                    <a16:creationId xmlns:a16="http://schemas.microsoft.com/office/drawing/2014/main" id="{C473A2E2-A0E0-E674-31AC-99ACBA3B82CF}"/>
                  </a:ext>
                </a:extLst>
              </p:cNvPr>
              <p:cNvSpPr txBox="1">
                <a:spLocks noRot="1" noChangeAspect="1" noMove="1" noResize="1" noEditPoints="1" noAdjustHandles="1" noChangeArrowheads="1" noChangeShapeType="1" noTextEdit="1"/>
              </p:cNvSpPr>
              <p:nvPr/>
            </p:nvSpPr>
            <p:spPr>
              <a:xfrm>
                <a:off x="228551" y="5258895"/>
                <a:ext cx="2072476" cy="738664"/>
              </a:xfrm>
              <a:prstGeom prst="rect">
                <a:avLst/>
              </a:prstGeom>
              <a:blipFill>
                <a:blip r:embed="rId9"/>
                <a:stretch>
                  <a:fillRect l="-882" t="-1653" b="-7438"/>
                </a:stretch>
              </a:blipFill>
            </p:spPr>
            <p:txBody>
              <a:bodyPr/>
              <a:lstStyle/>
              <a:p>
                <a:r>
                  <a:rPr lang="vi-VN">
                    <a:noFill/>
                  </a:rPr>
                  <a:t> </a:t>
                </a:r>
              </a:p>
            </p:txBody>
          </p:sp>
        </mc:Fallback>
      </mc:AlternateContent>
      <p:pic>
        <p:nvPicPr>
          <p:cNvPr id="14" name="Picture 6" descr="INA128 SOP8 – Vật Tư Giá Sỉ - Tổng Kho Solar">
            <a:extLst>
              <a:ext uri="{FF2B5EF4-FFF2-40B4-BE49-F238E27FC236}">
                <a16:creationId xmlns:a16="http://schemas.microsoft.com/office/drawing/2014/main" id="{CC7F17A0-47BB-4210-49AD-160CCA0FF5FF}"/>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3849" t="28446" r="27720" b="28446"/>
          <a:stretch>
            <a:fillRect/>
          </a:stretch>
        </p:blipFill>
        <p:spPr bwMode="auto">
          <a:xfrm>
            <a:off x="4916814" y="5259097"/>
            <a:ext cx="831954" cy="740516"/>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5" name="Hộp Văn bản 8">
                <a:extLst>
                  <a:ext uri="{FF2B5EF4-FFF2-40B4-BE49-F238E27FC236}">
                    <a16:creationId xmlns:a16="http://schemas.microsoft.com/office/drawing/2014/main" id="{145F0111-891C-36DA-933A-8CD506518FF1}"/>
                  </a:ext>
                </a:extLst>
              </p:cNvPr>
              <p:cNvSpPr txBox="1"/>
              <p:nvPr/>
            </p:nvSpPr>
            <p:spPr>
              <a:xfrm>
                <a:off x="2983946" y="5230043"/>
                <a:ext cx="2072476" cy="954107"/>
              </a:xfrm>
              <a:prstGeom prst="rect">
                <a:avLst/>
              </a:prstGeom>
              <a:noFill/>
            </p:spPr>
            <p:txBody>
              <a:bodyPr wrap="square">
                <a:spAutoFit/>
              </a:bodyPr>
              <a:lstStyle/>
              <a:p>
                <a:r>
                  <a:rPr kumimoji="0" lang="vi-VN" sz="1400" b="1"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IC INA128</a:t>
                </a:r>
              </a:p>
              <a:p>
                <a:r>
                  <a:rPr lang="vi-VN" sz="1400"/>
                  <a:t>Băng thông: </a:t>
                </a:r>
                <a14:m>
                  <m:oMath xmlns:m="http://schemas.openxmlformats.org/officeDocument/2006/math">
                    <m:r>
                      <a:rPr lang="vi-VN" sz="1400" i="1" smtClean="0">
                        <a:latin typeface="Cambria Math" panose="02040503050406030204" pitchFamily="18" charset="0"/>
                      </a:rPr>
                      <m:t>1 </m:t>
                    </m:r>
                    <m:r>
                      <a:rPr lang="vi-VN" sz="1400" i="1" smtClean="0">
                        <a:latin typeface="Cambria Math" panose="02040503050406030204" pitchFamily="18" charset="0"/>
                      </a:rPr>
                      <m:t>𝑀𝐻𝑧</m:t>
                    </m:r>
                  </m:oMath>
                </a14:m>
                <a:endParaRPr lang="vi-VN" sz="1400"/>
              </a:p>
              <a:p>
                <a:r>
                  <a:rPr lang="vi-VN" sz="1400"/>
                  <a:t>Nguồn cấp: </a:t>
                </a:r>
                <a14:m>
                  <m:oMath xmlns:m="http://schemas.openxmlformats.org/officeDocument/2006/math">
                    <m:r>
                      <a:rPr lang="vi-VN" sz="1400" b="0" i="0" smtClean="0">
                        <a:latin typeface="Cambria Math" panose="02040503050406030204" pitchFamily="18" charset="0"/>
                      </a:rPr>
                      <m:t>±</m:t>
                    </m:r>
                    <m:r>
                      <a:rPr lang="vi-VN" sz="1400" i="1">
                        <a:latin typeface="Cambria Math" panose="02040503050406030204" pitchFamily="18" charset="0"/>
                      </a:rPr>
                      <m:t>2</m:t>
                    </m:r>
                    <m:r>
                      <a:rPr lang="vi-VN" sz="1400" b="0" i="1" smtClean="0">
                        <a:latin typeface="Cambria Math" panose="02040503050406030204" pitchFamily="18" charset="0"/>
                      </a:rPr>
                      <m:t>.</m:t>
                    </m:r>
                    <m:r>
                      <a:rPr lang="vi-VN" sz="1400" i="1">
                        <a:latin typeface="Cambria Math" panose="02040503050406030204" pitchFamily="18" charset="0"/>
                      </a:rPr>
                      <m:t>25</m:t>
                    </m:r>
                    <m:r>
                      <m:rPr>
                        <m:sty m:val="p"/>
                      </m:rPr>
                      <a:rPr lang="vi-VN" sz="1400" i="1">
                        <a:latin typeface="Cambria Math" panose="02040503050406030204" pitchFamily="18" charset="0"/>
                      </a:rPr>
                      <m:t>V</m:t>
                    </m:r>
                    <m:r>
                      <a:rPr lang="vi-VN" sz="1400" b="0" i="1" smtClean="0">
                        <a:latin typeface="Cambria Math" panose="02040503050406030204" pitchFamily="18" charset="0"/>
                      </a:rPr>
                      <m:t> − ±</m:t>
                    </m:r>
                    <m:r>
                      <a:rPr lang="vi-VN" sz="1400" i="1">
                        <a:latin typeface="Cambria Math" panose="02040503050406030204" pitchFamily="18" charset="0"/>
                      </a:rPr>
                      <m:t>18</m:t>
                    </m:r>
                    <m:r>
                      <m:rPr>
                        <m:sty m:val="p"/>
                      </m:rPr>
                      <a:rPr lang="vi-VN" sz="1400" i="1">
                        <a:latin typeface="Cambria Math" panose="02040503050406030204" pitchFamily="18" charset="0"/>
                      </a:rPr>
                      <m:t>V</m:t>
                    </m:r>
                    <m:r>
                      <a:rPr lang="vi-VN" sz="1400" b="0" i="1" smtClean="0">
                        <a:latin typeface="Cambria Math" panose="02040503050406030204" pitchFamily="18" charset="0"/>
                      </a:rPr>
                      <m:t> </m:t>
                    </m:r>
                  </m:oMath>
                </a14:m>
                <a:endParaRPr lang="vi-VN" sz="1400"/>
              </a:p>
            </p:txBody>
          </p:sp>
        </mc:Choice>
        <mc:Fallback xmlns="">
          <p:sp>
            <p:nvSpPr>
              <p:cNvPr id="15" name="Hộp Văn bản 8">
                <a:extLst>
                  <a:ext uri="{FF2B5EF4-FFF2-40B4-BE49-F238E27FC236}">
                    <a16:creationId xmlns:a16="http://schemas.microsoft.com/office/drawing/2014/main" id="{145F0111-891C-36DA-933A-8CD506518FF1}"/>
                  </a:ext>
                </a:extLst>
              </p:cNvPr>
              <p:cNvSpPr txBox="1">
                <a:spLocks noRot="1" noChangeAspect="1" noMove="1" noResize="1" noEditPoints="1" noAdjustHandles="1" noChangeArrowheads="1" noChangeShapeType="1" noTextEdit="1"/>
              </p:cNvSpPr>
              <p:nvPr/>
            </p:nvSpPr>
            <p:spPr>
              <a:xfrm>
                <a:off x="2983946" y="5230043"/>
                <a:ext cx="2072476" cy="954107"/>
              </a:xfrm>
              <a:prstGeom prst="rect">
                <a:avLst/>
              </a:prstGeom>
              <a:blipFill>
                <a:blip r:embed="rId11"/>
                <a:stretch>
                  <a:fillRect l="-882" t="-1282"/>
                </a:stretch>
              </a:blipFill>
            </p:spPr>
            <p:txBody>
              <a:bodyPr/>
              <a:lstStyle/>
              <a:p>
                <a:r>
                  <a:rPr lang="vi-VN">
                    <a:noFill/>
                  </a:rPr>
                  <a:t> </a:t>
                </a:r>
              </a:p>
            </p:txBody>
          </p:sp>
        </mc:Fallback>
      </mc:AlternateContent>
    </p:spTree>
    <p:extLst>
      <p:ext uri="{BB962C8B-B14F-4D97-AF65-F5344CB8AC3E}">
        <p14:creationId xmlns:p14="http://schemas.microsoft.com/office/powerpoint/2010/main" val="1992635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1F5CF-54C4-8C89-5C4F-A51FBE1E4A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DB8CF8-17F5-0CFD-A290-316B4C8E83BD}"/>
              </a:ext>
            </a:extLst>
          </p:cNvPr>
          <p:cNvSpPr>
            <a:spLocks noGrp="1"/>
          </p:cNvSpPr>
          <p:nvPr>
            <p:ph type="title"/>
          </p:nvPr>
        </p:nvSpPr>
        <p:spPr>
          <a:xfrm>
            <a:off x="527966" y="79119"/>
            <a:ext cx="8345261" cy="457318"/>
          </a:xfrm>
        </p:spPr>
        <p:txBody>
          <a:bodyPr>
            <a:noAutofit/>
          </a:bodyPr>
          <a:lstStyle/>
          <a:p>
            <a:r>
              <a:rPr lang="en-US" sz="3200">
                <a:latin typeface="Lato" panose="020F0502020204030203" pitchFamily="34" charset="0"/>
                <a:cs typeface="Lato" panose="020F0502020204030203" pitchFamily="34" charset="0"/>
              </a:rPr>
              <a:t>Triển khai hệ thống trên mô hình thực nghiệm</a:t>
            </a:r>
            <a:endParaRPr lang="en-US" sz="3200" dirty="0">
              <a:latin typeface="Lato" panose="020F0502020204030203" pitchFamily="34" charset="0"/>
              <a:cs typeface="Lato" panose="020F0502020204030203" pitchFamily="34" charset="0"/>
            </a:endParaRPr>
          </a:p>
        </p:txBody>
      </p:sp>
      <p:sp>
        <p:nvSpPr>
          <p:cNvPr id="4" name="Slide Number Placeholder 3">
            <a:extLst>
              <a:ext uri="{FF2B5EF4-FFF2-40B4-BE49-F238E27FC236}">
                <a16:creationId xmlns:a16="http://schemas.microsoft.com/office/drawing/2014/main" id="{8B748424-8311-AEE1-B699-68D14C79F10C}"/>
              </a:ext>
            </a:extLst>
          </p:cNvPr>
          <p:cNvSpPr>
            <a:spLocks noGrp="1"/>
          </p:cNvSpPr>
          <p:nvPr>
            <p:ph type="sldNum" sz="quarter" idx="4"/>
          </p:nvPr>
        </p:nvSpPr>
        <p:spPr/>
        <p:txBody>
          <a:bodyPr/>
          <a:lstStyle/>
          <a:p>
            <a:fld id="{D7016DB7-74C3-4088-91B2-8C513CF55A6C}" type="slidenum">
              <a:rPr lang="en-US" smtClean="0">
                <a:latin typeface="Lato" panose="020F0502020204030203" pitchFamily="34" charset="0"/>
                <a:ea typeface="Lato" panose="020F0502020204030203" pitchFamily="34" charset="0"/>
                <a:cs typeface="Lato" panose="020F0502020204030203" pitchFamily="34" charset="0"/>
              </a:rPr>
              <a:pPr/>
              <a:t>8</a:t>
            </a:fld>
            <a:endParaRPr lang="en-US">
              <a:latin typeface="Lato" panose="020F0502020204030203" pitchFamily="34" charset="0"/>
              <a:ea typeface="Lato" panose="020F0502020204030203" pitchFamily="34" charset="0"/>
              <a:cs typeface="Lato" panose="020F0502020204030203" pitchFamily="34" charset="0"/>
            </a:endParaRPr>
          </a:p>
        </p:txBody>
      </p:sp>
      <p:sp>
        <p:nvSpPr>
          <p:cNvPr id="6" name="Rectangle 5">
            <a:extLst>
              <a:ext uri="{FF2B5EF4-FFF2-40B4-BE49-F238E27FC236}">
                <a16:creationId xmlns:a16="http://schemas.microsoft.com/office/drawing/2014/main" id="{DB33882F-2AD0-ECCA-92CF-378D94FD9079}"/>
              </a:ext>
            </a:extLst>
          </p:cNvPr>
          <p:cNvSpPr/>
          <p:nvPr/>
        </p:nvSpPr>
        <p:spPr>
          <a:xfrm>
            <a:off x="70819" y="33475"/>
            <a:ext cx="459792" cy="50296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Lato" panose="020F0502020204030203" pitchFamily="34" charset="0"/>
                <a:ea typeface="Lato" panose="020F0502020204030203" pitchFamily="34" charset="0"/>
                <a:cs typeface="Lato" panose="020F0502020204030203" pitchFamily="34" charset="0"/>
              </a:rPr>
              <a:t>3</a:t>
            </a:r>
          </a:p>
        </p:txBody>
      </p:sp>
      <p:pic>
        <p:nvPicPr>
          <p:cNvPr id="5" name="Picture 4">
            <a:extLst>
              <a:ext uri="{FF2B5EF4-FFF2-40B4-BE49-F238E27FC236}">
                <a16:creationId xmlns:a16="http://schemas.microsoft.com/office/drawing/2014/main" id="{BF42CC33-94F3-B681-CE7D-023ED27BCCDF}"/>
              </a:ext>
            </a:extLst>
          </p:cNvPr>
          <p:cNvPicPr>
            <a:picLocks noChangeAspect="1"/>
          </p:cNvPicPr>
          <p:nvPr/>
        </p:nvPicPr>
        <p:blipFill>
          <a:blip r:embed="rId3"/>
          <a:stretch>
            <a:fillRect/>
          </a:stretch>
        </p:blipFill>
        <p:spPr>
          <a:xfrm>
            <a:off x="327998" y="1228393"/>
            <a:ext cx="5308345" cy="3234436"/>
          </a:xfrm>
          <a:prstGeom prst="rect">
            <a:avLst/>
          </a:prstGeom>
        </p:spPr>
      </p:pic>
      <p:pic>
        <p:nvPicPr>
          <p:cNvPr id="8" name="Picture 7">
            <a:extLst>
              <a:ext uri="{FF2B5EF4-FFF2-40B4-BE49-F238E27FC236}">
                <a16:creationId xmlns:a16="http://schemas.microsoft.com/office/drawing/2014/main" id="{A113B6D2-A08A-A1A5-AFE5-73DE80E811B6}"/>
              </a:ext>
            </a:extLst>
          </p:cNvPr>
          <p:cNvPicPr>
            <a:picLocks noChangeAspect="1"/>
          </p:cNvPicPr>
          <p:nvPr/>
        </p:nvPicPr>
        <p:blipFill>
          <a:blip r:embed="rId4"/>
          <a:stretch>
            <a:fillRect/>
          </a:stretch>
        </p:blipFill>
        <p:spPr>
          <a:xfrm>
            <a:off x="3029996" y="4565506"/>
            <a:ext cx="2876633" cy="1592422"/>
          </a:xfrm>
          <a:prstGeom prst="rect">
            <a:avLst/>
          </a:prstGeom>
        </p:spPr>
      </p:pic>
      <p:cxnSp>
        <p:nvCxnSpPr>
          <p:cNvPr id="10" name="Straight Connector 9">
            <a:extLst>
              <a:ext uri="{FF2B5EF4-FFF2-40B4-BE49-F238E27FC236}">
                <a16:creationId xmlns:a16="http://schemas.microsoft.com/office/drawing/2014/main" id="{D9ABBCE4-0C9B-FA05-F2A7-E1320F5E4FB8}"/>
              </a:ext>
            </a:extLst>
          </p:cNvPr>
          <p:cNvCxnSpPr>
            <a:cxnSpLocks/>
          </p:cNvCxnSpPr>
          <p:nvPr/>
        </p:nvCxnSpPr>
        <p:spPr>
          <a:xfrm>
            <a:off x="6096000" y="1046480"/>
            <a:ext cx="0" cy="519176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3CDE6983-1341-C343-1CCD-B7FC2C2D7B67}"/>
              </a:ext>
            </a:extLst>
          </p:cNvPr>
          <p:cNvPicPr>
            <a:picLocks noChangeAspect="1"/>
          </p:cNvPicPr>
          <p:nvPr/>
        </p:nvPicPr>
        <p:blipFill>
          <a:blip r:embed="rId5"/>
          <a:stretch>
            <a:fillRect/>
          </a:stretch>
        </p:blipFill>
        <p:spPr>
          <a:xfrm>
            <a:off x="6555654" y="1228392"/>
            <a:ext cx="5386978" cy="3275079"/>
          </a:xfrm>
          <a:prstGeom prst="rect">
            <a:avLst/>
          </a:prstGeom>
        </p:spPr>
      </p:pic>
      <p:pic>
        <p:nvPicPr>
          <p:cNvPr id="13" name="Picture 12">
            <a:extLst>
              <a:ext uri="{FF2B5EF4-FFF2-40B4-BE49-F238E27FC236}">
                <a16:creationId xmlns:a16="http://schemas.microsoft.com/office/drawing/2014/main" id="{CDC45F1A-5EBD-4CB5-3148-6899C7716DC8}"/>
              </a:ext>
            </a:extLst>
          </p:cNvPr>
          <p:cNvPicPr>
            <a:picLocks noChangeAspect="1"/>
          </p:cNvPicPr>
          <p:nvPr/>
        </p:nvPicPr>
        <p:blipFill>
          <a:blip r:embed="rId6"/>
          <a:stretch>
            <a:fillRect/>
          </a:stretch>
        </p:blipFill>
        <p:spPr>
          <a:xfrm>
            <a:off x="9249142" y="4565506"/>
            <a:ext cx="2942855" cy="1605193"/>
          </a:xfrm>
          <a:prstGeom prst="rect">
            <a:avLst/>
          </a:prstGeom>
        </p:spPr>
      </p:pic>
      <p:sp>
        <p:nvSpPr>
          <p:cNvPr id="14" name="Hộp Văn bản 6">
            <a:extLst>
              <a:ext uri="{FF2B5EF4-FFF2-40B4-BE49-F238E27FC236}">
                <a16:creationId xmlns:a16="http://schemas.microsoft.com/office/drawing/2014/main" id="{912F116C-E7E6-77BE-F36F-A6D0D0E13A76}"/>
              </a:ext>
            </a:extLst>
          </p:cNvPr>
          <p:cNvSpPr txBox="1"/>
          <p:nvPr/>
        </p:nvSpPr>
        <p:spPr>
          <a:xfrm>
            <a:off x="67320" y="575256"/>
            <a:ext cx="11697960" cy="646331"/>
          </a:xfrm>
          <a:prstGeom prst="rect">
            <a:avLst/>
          </a:prstGeom>
          <a:noFill/>
        </p:spPr>
        <p:txBody>
          <a:bodyPr wrap="square" rtlCol="0">
            <a:spAutoFit/>
          </a:bodyPr>
          <a:lstStyle/>
          <a:p>
            <a:r>
              <a:rPr lang="vi-VN">
                <a:latin typeface="Lato" panose="020F0502020204030203" pitchFamily="34" charset="0"/>
                <a:ea typeface="Lato" panose="020F0502020204030203" pitchFamily="34" charset="0"/>
                <a:cs typeface="Lato" panose="020F0502020204030203" pitchFamily="34" charset="0"/>
              </a:rPr>
              <a:t>Kịch bản mô phỏng trên TINA: Đo điện áp sine biên độ 400V, tần số 50Hz. Expected: tín hiệu đo có biên độ 3V, offset 1.5V</a:t>
            </a:r>
            <a:endParaRPr lang="en-US">
              <a:latin typeface="Lato" panose="020F0502020204030203" pitchFamily="34" charset="0"/>
              <a:ea typeface="Lato" panose="020F0502020204030203" pitchFamily="34" charset="0"/>
              <a:cs typeface="Lato" panose="020F0502020204030203" pitchFamily="34" charset="0"/>
            </a:endParaRPr>
          </a:p>
        </p:txBody>
      </p:sp>
      <p:sp>
        <p:nvSpPr>
          <p:cNvPr id="16" name="Hộp Văn bản 12">
            <a:extLst>
              <a:ext uri="{FF2B5EF4-FFF2-40B4-BE49-F238E27FC236}">
                <a16:creationId xmlns:a16="http://schemas.microsoft.com/office/drawing/2014/main" id="{6AED7E66-1266-99FF-BA84-D160CCE4DAF1}"/>
              </a:ext>
            </a:extLst>
          </p:cNvPr>
          <p:cNvSpPr txBox="1"/>
          <p:nvPr/>
        </p:nvSpPr>
        <p:spPr>
          <a:xfrm>
            <a:off x="300715" y="4716154"/>
            <a:ext cx="2438109" cy="738664"/>
          </a:xfrm>
          <a:prstGeom prst="rect">
            <a:avLst/>
          </a:prstGeom>
          <a:noFill/>
        </p:spPr>
        <p:txBody>
          <a:bodyPr wrap="square">
            <a:spAutoFit/>
          </a:bodyPr>
          <a:lstStyle/>
          <a:p>
            <a:pPr algn="ctr"/>
            <a:r>
              <a:rPr kumimoji="0" lang="vi-VN" sz="1400" b="1"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Hình 5: </a:t>
            </a:r>
            <a:r>
              <a:rPr kumimoji="0" lang="vi-VN" sz="140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Kết quả mô phỏng INA128 (biên độ tín hiệu đo (1) và offset (2))</a:t>
            </a:r>
          </a:p>
        </p:txBody>
      </p:sp>
      <p:pic>
        <p:nvPicPr>
          <p:cNvPr id="17" name="Graphic 16" descr="Badge 1 outline">
            <a:extLst>
              <a:ext uri="{FF2B5EF4-FFF2-40B4-BE49-F238E27FC236}">
                <a16:creationId xmlns:a16="http://schemas.microsoft.com/office/drawing/2014/main" id="{36DBEAAF-0402-F40A-35D4-9BC3709F47D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57471" y="4834885"/>
            <a:ext cx="352201" cy="352201"/>
          </a:xfrm>
          <a:prstGeom prst="rect">
            <a:avLst/>
          </a:prstGeom>
        </p:spPr>
      </p:pic>
      <p:pic>
        <p:nvPicPr>
          <p:cNvPr id="18" name="Graphic 17" descr="Badge outline">
            <a:extLst>
              <a:ext uri="{FF2B5EF4-FFF2-40B4-BE49-F238E27FC236}">
                <a16:creationId xmlns:a16="http://schemas.microsoft.com/office/drawing/2014/main" id="{AC7AEE17-787B-E786-2B46-00F4ACFD264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57471" y="5330945"/>
            <a:ext cx="352201" cy="352201"/>
          </a:xfrm>
          <a:prstGeom prst="rect">
            <a:avLst/>
          </a:prstGeom>
        </p:spPr>
      </p:pic>
      <p:sp>
        <p:nvSpPr>
          <p:cNvPr id="19" name="Hộp Văn bản 12">
            <a:extLst>
              <a:ext uri="{FF2B5EF4-FFF2-40B4-BE49-F238E27FC236}">
                <a16:creationId xmlns:a16="http://schemas.microsoft.com/office/drawing/2014/main" id="{2EB8CA1B-D9B8-E8BF-154B-C4F669AB0292}"/>
              </a:ext>
            </a:extLst>
          </p:cNvPr>
          <p:cNvSpPr txBox="1"/>
          <p:nvPr/>
        </p:nvSpPr>
        <p:spPr>
          <a:xfrm>
            <a:off x="6621661" y="4716154"/>
            <a:ext cx="2438109" cy="738664"/>
          </a:xfrm>
          <a:prstGeom prst="rect">
            <a:avLst/>
          </a:prstGeom>
          <a:noFill/>
        </p:spPr>
        <p:txBody>
          <a:bodyPr wrap="square">
            <a:spAutoFit/>
          </a:bodyPr>
          <a:lstStyle/>
          <a:p>
            <a:pPr algn="ctr"/>
            <a:r>
              <a:rPr kumimoji="0" lang="vi-VN" sz="1400" b="1"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Hình 2: </a:t>
            </a:r>
            <a:r>
              <a:rPr kumimoji="0" lang="vi-VN" sz="140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Kết quả mô phỏng INA828 (biên độ tín hiệu đo (1) và offset (2))</a:t>
            </a:r>
          </a:p>
        </p:txBody>
      </p:sp>
      <p:pic>
        <p:nvPicPr>
          <p:cNvPr id="20" name="Graphic 19" descr="Badge 1 outline">
            <a:extLst>
              <a:ext uri="{FF2B5EF4-FFF2-40B4-BE49-F238E27FC236}">
                <a16:creationId xmlns:a16="http://schemas.microsoft.com/office/drawing/2014/main" id="{679B8C91-1E78-EF03-85BF-3D96A05596A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046511" y="4791507"/>
            <a:ext cx="352201" cy="352201"/>
          </a:xfrm>
          <a:prstGeom prst="rect">
            <a:avLst/>
          </a:prstGeom>
        </p:spPr>
      </p:pic>
      <p:pic>
        <p:nvPicPr>
          <p:cNvPr id="21" name="Graphic 20" descr="Badge outline">
            <a:extLst>
              <a:ext uri="{FF2B5EF4-FFF2-40B4-BE49-F238E27FC236}">
                <a16:creationId xmlns:a16="http://schemas.microsoft.com/office/drawing/2014/main" id="{A9AA463E-BF15-2ADD-AC3F-4D7F448B9A0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046511" y="5287567"/>
            <a:ext cx="352201" cy="352201"/>
          </a:xfrm>
          <a:prstGeom prst="rect">
            <a:avLst/>
          </a:prstGeom>
        </p:spPr>
      </p:pic>
    </p:spTree>
    <p:extLst>
      <p:ext uri="{BB962C8B-B14F-4D97-AF65-F5344CB8AC3E}">
        <p14:creationId xmlns:p14="http://schemas.microsoft.com/office/powerpoint/2010/main" val="1521217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7C9FC-CC35-341B-B4C0-E224515077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91FCF9-23F9-72D5-3DA5-66D260A08C4E}"/>
              </a:ext>
            </a:extLst>
          </p:cNvPr>
          <p:cNvSpPr>
            <a:spLocks noGrp="1"/>
          </p:cNvSpPr>
          <p:nvPr>
            <p:ph type="title"/>
          </p:nvPr>
        </p:nvSpPr>
        <p:spPr>
          <a:xfrm>
            <a:off x="527966" y="79119"/>
            <a:ext cx="8345261" cy="457318"/>
          </a:xfrm>
        </p:spPr>
        <p:txBody>
          <a:bodyPr>
            <a:noAutofit/>
          </a:bodyPr>
          <a:lstStyle/>
          <a:p>
            <a:r>
              <a:rPr lang="en-US" sz="3200">
                <a:latin typeface="Lato" panose="020F0502020204030203" pitchFamily="34" charset="0"/>
                <a:cs typeface="Lato" panose="020F0502020204030203" pitchFamily="34" charset="0"/>
              </a:rPr>
              <a:t>Triển khai hệ thống trên mô hình thực nghiệm</a:t>
            </a:r>
            <a:endParaRPr lang="en-US" sz="3200" dirty="0">
              <a:latin typeface="Lato" panose="020F0502020204030203" pitchFamily="34" charset="0"/>
              <a:cs typeface="Lato" panose="020F0502020204030203" pitchFamily="34" charset="0"/>
            </a:endParaRPr>
          </a:p>
        </p:txBody>
      </p:sp>
      <p:sp>
        <p:nvSpPr>
          <p:cNvPr id="4" name="Slide Number Placeholder 3">
            <a:extLst>
              <a:ext uri="{FF2B5EF4-FFF2-40B4-BE49-F238E27FC236}">
                <a16:creationId xmlns:a16="http://schemas.microsoft.com/office/drawing/2014/main" id="{0CEA9850-1DD2-A5E1-4724-46CB9B465F7B}"/>
              </a:ext>
            </a:extLst>
          </p:cNvPr>
          <p:cNvSpPr>
            <a:spLocks noGrp="1"/>
          </p:cNvSpPr>
          <p:nvPr>
            <p:ph type="sldNum" sz="quarter" idx="4"/>
          </p:nvPr>
        </p:nvSpPr>
        <p:spPr/>
        <p:txBody>
          <a:bodyPr/>
          <a:lstStyle/>
          <a:p>
            <a:fld id="{D7016DB7-74C3-4088-91B2-8C513CF55A6C}" type="slidenum">
              <a:rPr lang="en-US" smtClean="0">
                <a:latin typeface="Lato" panose="020F0502020204030203" pitchFamily="34" charset="0"/>
                <a:ea typeface="Lato" panose="020F0502020204030203" pitchFamily="34" charset="0"/>
                <a:cs typeface="Lato" panose="020F0502020204030203" pitchFamily="34" charset="0"/>
              </a:rPr>
              <a:pPr/>
              <a:t>9</a:t>
            </a:fld>
            <a:endParaRPr lang="en-US">
              <a:latin typeface="Lato" panose="020F0502020204030203" pitchFamily="34" charset="0"/>
              <a:ea typeface="Lato" panose="020F0502020204030203" pitchFamily="34" charset="0"/>
              <a:cs typeface="Lato" panose="020F0502020204030203" pitchFamily="34" charset="0"/>
            </a:endParaRPr>
          </a:p>
        </p:txBody>
      </p:sp>
      <p:sp>
        <p:nvSpPr>
          <p:cNvPr id="6" name="Rectangle 5">
            <a:extLst>
              <a:ext uri="{FF2B5EF4-FFF2-40B4-BE49-F238E27FC236}">
                <a16:creationId xmlns:a16="http://schemas.microsoft.com/office/drawing/2014/main" id="{ECA858CF-8AD3-53DA-480E-C517E7725032}"/>
              </a:ext>
            </a:extLst>
          </p:cNvPr>
          <p:cNvSpPr/>
          <p:nvPr/>
        </p:nvSpPr>
        <p:spPr>
          <a:xfrm>
            <a:off x="70819" y="33475"/>
            <a:ext cx="459792" cy="50296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Lato" panose="020F0502020204030203" pitchFamily="34" charset="0"/>
                <a:ea typeface="Lato" panose="020F0502020204030203" pitchFamily="34" charset="0"/>
                <a:cs typeface="Lato" panose="020F0502020204030203" pitchFamily="34" charset="0"/>
              </a:rPr>
              <a:t>3</a:t>
            </a:r>
          </a:p>
        </p:txBody>
      </p:sp>
      <p:sp>
        <p:nvSpPr>
          <p:cNvPr id="10" name="TextBox 6">
            <a:extLst>
              <a:ext uri="{FF2B5EF4-FFF2-40B4-BE49-F238E27FC236}">
                <a16:creationId xmlns:a16="http://schemas.microsoft.com/office/drawing/2014/main" id="{B44EF6BE-F28F-0DF8-9D41-3E6902FCAC08}"/>
              </a:ext>
            </a:extLst>
          </p:cNvPr>
          <p:cNvSpPr txBox="1"/>
          <p:nvPr/>
        </p:nvSpPr>
        <p:spPr>
          <a:xfrm>
            <a:off x="6928302" y="6106372"/>
            <a:ext cx="3889849" cy="33855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Hình 14. </a:t>
            </a:r>
            <a:r>
              <a:rPr kumimoji="0" lang="vi-VN"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Sơ đồ </a:t>
            </a: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mô hình </a:t>
            </a:r>
            <a:r>
              <a:rPr kumimoji="0" lang="vi-VN"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thực nghiệm</a:t>
            </a:r>
            <a:endParaRPr kumimoji="0" lang="en-US" sz="1600" b="0" i="1" u="none" strike="noStrike" kern="1200" cap="none" spc="0" normalizeH="0" baseline="0" noProof="0" dirty="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p:txBody>
      </p:sp>
      <mc:AlternateContent xmlns:mc="http://schemas.openxmlformats.org/markup-compatibility/2006" xmlns:a14="http://schemas.microsoft.com/office/drawing/2010/main">
        <mc:Choice Requires="a14">
          <p:sp>
            <p:nvSpPr>
              <p:cNvPr id="7" name="Hộp Văn bản 6">
                <a:extLst>
                  <a:ext uri="{FF2B5EF4-FFF2-40B4-BE49-F238E27FC236}">
                    <a16:creationId xmlns:a16="http://schemas.microsoft.com/office/drawing/2014/main" id="{80748C9C-6919-1E6E-713B-F83C668DC560}"/>
                  </a:ext>
                </a:extLst>
              </p:cNvPr>
              <p:cNvSpPr txBox="1"/>
              <p:nvPr/>
            </p:nvSpPr>
            <p:spPr>
              <a:xfrm>
                <a:off x="155990" y="751628"/>
                <a:ext cx="5187832" cy="4401205"/>
              </a:xfrm>
              <a:prstGeom prst="rect">
                <a:avLst/>
              </a:prstGeom>
              <a:noFill/>
            </p:spPr>
            <p:txBody>
              <a:bodyPr wrap="square" rtlCol="0">
                <a:spAutoFit/>
              </a:bodyPr>
              <a:lstStyle/>
              <a:p>
                <a:r>
                  <a:rPr lang="en-US" sz="2000" b="1">
                    <a:latin typeface="Lato" panose="020F0502020204030203" pitchFamily="34" charset="0"/>
                    <a:ea typeface="Lato" panose="020F0502020204030203" pitchFamily="34" charset="0"/>
                    <a:cs typeface="Lato" panose="020F0502020204030203" pitchFamily="34" charset="0"/>
                  </a:rPr>
                  <a:t>Mô hình thực nghiệm gồm 2 inverter mắc song song, trong đó:</a:t>
                </a:r>
              </a:p>
              <a:p>
                <a:pPr marL="742950" lvl="1" indent="-285750">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Mạch lực: Van IGBT và lọc LC, contactor.</a:t>
                </a:r>
              </a:p>
              <a:p>
                <a:pPr marL="742950" lvl="1" indent="-285750">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Mạch đo lường: đo </a:t>
                </a:r>
                <a:r>
                  <a:rPr lang="vi-VN" sz="2000">
                    <a:latin typeface="Lato" panose="020F0502020204030203" pitchFamily="34" charset="0"/>
                    <a:ea typeface="Lato" panose="020F0502020204030203" pitchFamily="34" charset="0"/>
                    <a:cs typeface="Lato" panose="020F0502020204030203" pitchFamily="34" charset="0"/>
                  </a:rPr>
                  <a:t>các </a:t>
                </a:r>
                <a:r>
                  <a:rPr lang="en-US" sz="2000">
                    <a:latin typeface="Lato" panose="020F0502020204030203" pitchFamily="34" charset="0"/>
                    <a:ea typeface="Lato" panose="020F0502020204030203" pitchFamily="34" charset="0"/>
                    <a:cs typeface="Lato" panose="020F0502020204030203" pitchFamily="34" charset="0"/>
                  </a:rPr>
                  <a:t>tín hiệu </a:t>
                </a:r>
              </a:p>
              <a:p>
                <a:pPr marL="1200150" lvl="2" indent="-285750">
                  <a:buFont typeface="Arial" panose="020B0604020202020204" pitchFamily="34" charset="0"/>
                  <a:buChar char="•"/>
                </a:pPr>
                <a:r>
                  <a:rPr lang="vi-VN" sz="2000">
                    <a:latin typeface="Lato" panose="020F0502020204030203" pitchFamily="34" charset="0"/>
                    <a:ea typeface="Lato" panose="020F0502020204030203" pitchFamily="34" charset="0"/>
                    <a:cs typeface="Lato" panose="020F0502020204030203" pitchFamily="34" charset="0"/>
                  </a:rPr>
                  <a:t>Dòng điện trên cuộn cảm </a:t>
                </a:r>
                <a14:m>
                  <m:oMath xmlns:m="http://schemas.openxmlformats.org/officeDocument/2006/math">
                    <m:sSub>
                      <m:sSubPr>
                        <m:ctrlPr>
                          <a:rPr lang="vi-VN" sz="2000" b="0" i="1">
                            <a:latin typeface="Cambria Math" panose="02040503050406030204" pitchFamily="18" charset="0"/>
                            <a:ea typeface="Lato" panose="020F0502020204030203" pitchFamily="34" charset="0"/>
                            <a:cs typeface="Lato" panose="020F0502020204030203" pitchFamily="34" charset="0"/>
                          </a:rPr>
                        </m:ctrlPr>
                      </m:sSubPr>
                      <m:e>
                        <m:r>
                          <m:rPr>
                            <m:sty m:val="p"/>
                          </m:rPr>
                          <a:rPr lang="vi-VN" sz="2000" b="0" i="1">
                            <a:latin typeface="Cambria Math" panose="02040503050406030204" pitchFamily="18" charset="0"/>
                            <a:ea typeface="Lato" panose="020F0502020204030203" pitchFamily="34" charset="0"/>
                            <a:cs typeface="Lato" panose="020F0502020204030203" pitchFamily="34" charset="0"/>
                          </a:rPr>
                          <m:t>I</m:t>
                        </m:r>
                      </m:e>
                      <m:sub>
                        <m:r>
                          <m:rPr>
                            <m:sty m:val="p"/>
                          </m:rPr>
                          <a:rPr lang="vi-VN" sz="2000" i="1">
                            <a:latin typeface="Cambria Math" panose="02040503050406030204" pitchFamily="18" charset="0"/>
                            <a:ea typeface="Lato" panose="020F0502020204030203" pitchFamily="34" charset="0"/>
                            <a:cs typeface="Lato" panose="020F0502020204030203" pitchFamily="34" charset="0"/>
                          </a:rPr>
                          <m:t>L</m:t>
                        </m:r>
                      </m:sub>
                    </m:sSub>
                    <m:r>
                      <a:rPr lang="vi-VN" sz="2000" b="0" i="1" smtClean="0">
                        <a:latin typeface="Cambria Math" panose="02040503050406030204" pitchFamily="18" charset="0"/>
                        <a:ea typeface="Lato" panose="020F0502020204030203" pitchFamily="34" charset="0"/>
                        <a:cs typeface="Lato" panose="020F0502020204030203" pitchFamily="34" charset="0"/>
                      </a:rPr>
                      <m:t> </m:t>
                    </m:r>
                  </m:oMath>
                </a14:m>
                <a:endParaRPr lang="en-US" sz="2000">
                  <a:latin typeface="Lato" panose="020F0502020204030203" pitchFamily="34" charset="0"/>
                  <a:ea typeface="Lato" panose="020F0502020204030203" pitchFamily="34" charset="0"/>
                  <a:cs typeface="Lato" panose="020F0502020204030203" pitchFamily="34" charset="0"/>
                </a:endParaRPr>
              </a:p>
              <a:p>
                <a:pPr marL="1200150" lvl="2" indent="-285750">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Dòng </a:t>
                </a:r>
                <a:r>
                  <a:rPr lang="vi-VN" sz="2000">
                    <a:latin typeface="Lato" panose="020F0502020204030203" pitchFamily="34" charset="0"/>
                    <a:ea typeface="Lato" panose="020F0502020204030203" pitchFamily="34" charset="0"/>
                    <a:cs typeface="Lato" panose="020F0502020204030203" pitchFamily="34" charset="0"/>
                  </a:rPr>
                  <a:t>điện </a:t>
                </a:r>
                <a:r>
                  <a:rPr lang="en-US" sz="2000">
                    <a:latin typeface="Lato" panose="020F0502020204030203" pitchFamily="34" charset="0"/>
                    <a:ea typeface="Lato" panose="020F0502020204030203" pitchFamily="34" charset="0"/>
                    <a:cs typeface="Lato" panose="020F0502020204030203" pitchFamily="34" charset="0"/>
                  </a:rPr>
                  <a:t>đầu ra inverter.</a:t>
                </a:r>
              </a:p>
              <a:p>
                <a:pPr marL="1200150" lvl="2" indent="-285750">
                  <a:buFont typeface="Arial" panose="020B0604020202020204" pitchFamily="34" charset="0"/>
                  <a:buChar char="•"/>
                </a:pPr>
                <a:r>
                  <a:rPr lang="vi-VN" sz="2000">
                    <a:latin typeface="Lato" panose="020F0502020204030203" pitchFamily="34" charset="0"/>
                    <a:ea typeface="Lato" panose="020F0502020204030203" pitchFamily="34" charset="0"/>
                    <a:cs typeface="Lato" panose="020F0502020204030203" pitchFamily="34" charset="0"/>
                  </a:rPr>
                  <a:t>Điện áp trên tụ </a:t>
                </a:r>
                <a14:m>
                  <m:oMath xmlns:m="http://schemas.openxmlformats.org/officeDocument/2006/math">
                    <m:sSub>
                      <m:sSubPr>
                        <m:ctrlPr>
                          <a:rPr lang="vi-VN" sz="2000" b="0" i="1">
                            <a:latin typeface="Cambria Math" panose="02040503050406030204" pitchFamily="18" charset="0"/>
                            <a:ea typeface="Lato" panose="020F0502020204030203" pitchFamily="34" charset="0"/>
                            <a:cs typeface="Lato" panose="020F0502020204030203" pitchFamily="34" charset="0"/>
                          </a:rPr>
                        </m:ctrlPr>
                      </m:sSubPr>
                      <m:e>
                        <m:r>
                          <m:rPr>
                            <m:sty m:val="p"/>
                          </m:rPr>
                          <a:rPr lang="vi-VN" sz="2000" b="0" i="1">
                            <a:latin typeface="Cambria Math" panose="02040503050406030204" pitchFamily="18" charset="0"/>
                            <a:ea typeface="Lato" panose="020F0502020204030203" pitchFamily="34" charset="0"/>
                            <a:cs typeface="Lato" panose="020F0502020204030203" pitchFamily="34" charset="0"/>
                          </a:rPr>
                          <m:t>U</m:t>
                        </m:r>
                      </m:e>
                      <m:sub>
                        <m:r>
                          <m:rPr>
                            <m:sty m:val="p"/>
                          </m:rPr>
                          <a:rPr lang="vi-VN" sz="2000" i="1">
                            <a:latin typeface="Cambria Math" panose="02040503050406030204" pitchFamily="18" charset="0"/>
                            <a:ea typeface="Lato" panose="020F0502020204030203" pitchFamily="34" charset="0"/>
                            <a:cs typeface="Lato" panose="020F0502020204030203" pitchFamily="34" charset="0"/>
                          </a:rPr>
                          <m:t>c</m:t>
                        </m:r>
                      </m:sub>
                    </m:sSub>
                    <m:r>
                      <a:rPr lang="vi-VN" sz="2000" b="0" i="1" smtClean="0">
                        <a:latin typeface="Cambria Math" panose="02040503050406030204" pitchFamily="18" charset="0"/>
                        <a:ea typeface="Lato" panose="020F0502020204030203" pitchFamily="34" charset="0"/>
                        <a:cs typeface="Lato" panose="020F0502020204030203" pitchFamily="34" charset="0"/>
                      </a:rPr>
                      <m:t> </m:t>
                    </m:r>
                  </m:oMath>
                </a14:m>
                <a:endParaRPr lang="vi-VN" sz="2000">
                  <a:latin typeface="Lato" panose="020F0502020204030203" pitchFamily="34" charset="0"/>
                  <a:ea typeface="Lato" panose="020F0502020204030203" pitchFamily="34" charset="0"/>
                  <a:cs typeface="Lato" panose="020F0502020204030203" pitchFamily="34" charset="0"/>
                </a:endParaRPr>
              </a:p>
              <a:p>
                <a:pPr marL="1200150" lvl="2" indent="-285750">
                  <a:buFont typeface="Arial" panose="020B0604020202020204" pitchFamily="34" charset="0"/>
                  <a:buChar char="•"/>
                </a:pPr>
                <a:r>
                  <a:rPr lang="vi-VN" sz="2000">
                    <a:latin typeface="Lato" panose="020F0502020204030203" pitchFamily="34" charset="0"/>
                    <a:ea typeface="Lato" panose="020F0502020204030203" pitchFamily="34" charset="0"/>
                    <a:cs typeface="Lato" panose="020F0502020204030203" pitchFamily="34" charset="0"/>
                  </a:rPr>
                  <a:t>Điện áp đầu ra inverter</a:t>
                </a:r>
                <a:endParaRPr lang="en-US" sz="2000">
                  <a:latin typeface="Lato" panose="020F0502020204030203" pitchFamily="34" charset="0"/>
                  <a:ea typeface="Lato" panose="020F0502020204030203" pitchFamily="34" charset="0"/>
                  <a:cs typeface="Lato" panose="020F0502020204030203" pitchFamily="34" charset="0"/>
                </a:endParaRPr>
              </a:p>
              <a:p>
                <a:pPr marL="742950" lvl="1" indent="-285750">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Mạch driver: chuyển xung từ 0-3.3V sang -5-15V để đóng mở van IGBT.</a:t>
                </a:r>
              </a:p>
              <a:p>
                <a:pPr marL="742950" lvl="1" indent="-285750">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Mạch vi điều khiển: triển khai thuật toán đã được mô phỏng theo phương pháp thiết kế dựa trên mô hình MBD.</a:t>
                </a:r>
              </a:p>
            </p:txBody>
          </p:sp>
        </mc:Choice>
        <mc:Fallback xmlns="">
          <p:sp>
            <p:nvSpPr>
              <p:cNvPr id="7" name="Hộp Văn bản 6">
                <a:extLst>
                  <a:ext uri="{FF2B5EF4-FFF2-40B4-BE49-F238E27FC236}">
                    <a16:creationId xmlns:a16="http://schemas.microsoft.com/office/drawing/2014/main" id="{80748C9C-6919-1E6E-713B-F83C668DC560}"/>
                  </a:ext>
                </a:extLst>
              </p:cNvPr>
              <p:cNvSpPr txBox="1">
                <a:spLocks noRot="1" noChangeAspect="1" noMove="1" noResize="1" noEditPoints="1" noAdjustHandles="1" noChangeArrowheads="1" noChangeShapeType="1" noTextEdit="1"/>
              </p:cNvSpPr>
              <p:nvPr/>
            </p:nvSpPr>
            <p:spPr>
              <a:xfrm>
                <a:off x="155990" y="751628"/>
                <a:ext cx="5187832" cy="4401205"/>
              </a:xfrm>
              <a:prstGeom prst="rect">
                <a:avLst/>
              </a:prstGeom>
              <a:blipFill>
                <a:blip r:embed="rId3"/>
                <a:stretch>
                  <a:fillRect l="-1293" t="-693" r="-940" b="-1524"/>
                </a:stretch>
              </a:blipFill>
            </p:spPr>
            <p:txBody>
              <a:bodyPr/>
              <a:lstStyle/>
              <a:p>
                <a:r>
                  <a:rPr lang="vi-VN">
                    <a:noFill/>
                  </a:rPr>
                  <a:t> </a:t>
                </a:r>
              </a:p>
            </p:txBody>
          </p:sp>
        </mc:Fallback>
      </mc:AlternateContent>
      <p:pic>
        <p:nvPicPr>
          <p:cNvPr id="5" name="Picture 4">
            <a:extLst>
              <a:ext uri="{FF2B5EF4-FFF2-40B4-BE49-F238E27FC236}">
                <a16:creationId xmlns:a16="http://schemas.microsoft.com/office/drawing/2014/main" id="{26FFE358-319F-8EC6-7FDC-C86E68211764}"/>
              </a:ext>
            </a:extLst>
          </p:cNvPr>
          <p:cNvPicPr>
            <a:picLocks noChangeAspect="1"/>
          </p:cNvPicPr>
          <p:nvPr/>
        </p:nvPicPr>
        <p:blipFill>
          <a:blip r:embed="rId4"/>
          <a:stretch>
            <a:fillRect/>
          </a:stretch>
        </p:blipFill>
        <p:spPr>
          <a:xfrm>
            <a:off x="5549462" y="527194"/>
            <a:ext cx="6375455" cy="5812632"/>
          </a:xfrm>
          <a:prstGeom prst="rect">
            <a:avLst/>
          </a:prstGeom>
        </p:spPr>
      </p:pic>
    </p:spTree>
    <p:extLst>
      <p:ext uri="{BB962C8B-B14F-4D97-AF65-F5344CB8AC3E}">
        <p14:creationId xmlns:p14="http://schemas.microsoft.com/office/powerpoint/2010/main" val="2260706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F93FC-F03F-3917-0822-8226B92289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A92F43-C007-215A-2231-390FF8293C45}"/>
              </a:ext>
            </a:extLst>
          </p:cNvPr>
          <p:cNvSpPr>
            <a:spLocks noGrp="1"/>
          </p:cNvSpPr>
          <p:nvPr>
            <p:ph type="title"/>
          </p:nvPr>
        </p:nvSpPr>
        <p:spPr>
          <a:xfrm>
            <a:off x="527966" y="79119"/>
            <a:ext cx="8345261" cy="457318"/>
          </a:xfrm>
        </p:spPr>
        <p:txBody>
          <a:bodyPr>
            <a:noAutofit/>
          </a:bodyPr>
          <a:lstStyle/>
          <a:p>
            <a:r>
              <a:rPr lang="en-US" sz="3200">
                <a:latin typeface="Lato" panose="020F0502020204030203" pitchFamily="34" charset="0"/>
                <a:cs typeface="Lato" panose="020F0502020204030203" pitchFamily="34" charset="0"/>
              </a:rPr>
              <a:t>Triển khai hệ thống trên mô hình thực nghiệm</a:t>
            </a:r>
            <a:endParaRPr lang="en-US" sz="3200" dirty="0">
              <a:latin typeface="Lato" panose="020F0502020204030203" pitchFamily="34" charset="0"/>
              <a:cs typeface="Lato" panose="020F0502020204030203" pitchFamily="34" charset="0"/>
            </a:endParaRPr>
          </a:p>
        </p:txBody>
      </p:sp>
      <p:sp>
        <p:nvSpPr>
          <p:cNvPr id="4" name="Slide Number Placeholder 3">
            <a:extLst>
              <a:ext uri="{FF2B5EF4-FFF2-40B4-BE49-F238E27FC236}">
                <a16:creationId xmlns:a16="http://schemas.microsoft.com/office/drawing/2014/main" id="{8F8846F7-4F20-BAA3-49CA-DF5B56DEF4B1}"/>
              </a:ext>
            </a:extLst>
          </p:cNvPr>
          <p:cNvSpPr>
            <a:spLocks noGrp="1"/>
          </p:cNvSpPr>
          <p:nvPr>
            <p:ph type="sldNum" sz="quarter" idx="4"/>
          </p:nvPr>
        </p:nvSpPr>
        <p:spPr/>
        <p:txBody>
          <a:bodyPr/>
          <a:lstStyle/>
          <a:p>
            <a:fld id="{D7016DB7-74C3-4088-91B2-8C513CF55A6C}" type="slidenum">
              <a:rPr lang="en-US" smtClean="0">
                <a:latin typeface="Lato" panose="020F0502020204030203" pitchFamily="34" charset="0"/>
                <a:ea typeface="Lato" panose="020F0502020204030203" pitchFamily="34" charset="0"/>
                <a:cs typeface="Lato" panose="020F0502020204030203" pitchFamily="34" charset="0"/>
              </a:rPr>
              <a:pPr/>
              <a:t>10</a:t>
            </a:fld>
            <a:endParaRPr lang="en-US">
              <a:latin typeface="Lato" panose="020F0502020204030203" pitchFamily="34" charset="0"/>
              <a:ea typeface="Lato" panose="020F0502020204030203" pitchFamily="34" charset="0"/>
              <a:cs typeface="Lato" panose="020F0502020204030203" pitchFamily="34" charset="0"/>
            </a:endParaRPr>
          </a:p>
        </p:txBody>
      </p:sp>
      <p:sp>
        <p:nvSpPr>
          <p:cNvPr id="6" name="Rectangle 5">
            <a:extLst>
              <a:ext uri="{FF2B5EF4-FFF2-40B4-BE49-F238E27FC236}">
                <a16:creationId xmlns:a16="http://schemas.microsoft.com/office/drawing/2014/main" id="{1E9C3DA7-B54B-4327-8156-56DFCE953DA6}"/>
              </a:ext>
            </a:extLst>
          </p:cNvPr>
          <p:cNvSpPr/>
          <p:nvPr/>
        </p:nvSpPr>
        <p:spPr>
          <a:xfrm>
            <a:off x="70819" y="33475"/>
            <a:ext cx="459792" cy="50296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Lato" panose="020F0502020204030203" pitchFamily="34" charset="0"/>
                <a:ea typeface="Lato" panose="020F0502020204030203" pitchFamily="34" charset="0"/>
                <a:cs typeface="Lato" panose="020F0502020204030203" pitchFamily="34" charset="0"/>
              </a:rPr>
              <a:t>3</a:t>
            </a:r>
          </a:p>
        </p:txBody>
      </p:sp>
      <mc:AlternateContent xmlns:mc="http://schemas.openxmlformats.org/markup-compatibility/2006" xmlns:a14="http://schemas.microsoft.com/office/drawing/2010/main">
        <mc:Choice Requires="a14">
          <p:sp>
            <p:nvSpPr>
              <p:cNvPr id="23" name="TextBox 18">
                <a:extLst>
                  <a:ext uri="{FF2B5EF4-FFF2-40B4-BE49-F238E27FC236}">
                    <a16:creationId xmlns:a16="http://schemas.microsoft.com/office/drawing/2014/main" id="{030BB06A-A39F-ADBE-DD3E-7FE10DC07C91}"/>
                  </a:ext>
                </a:extLst>
              </p:cNvPr>
              <p:cNvSpPr txBox="1"/>
              <p:nvPr/>
            </p:nvSpPr>
            <p:spPr>
              <a:xfrm>
                <a:off x="163183" y="935898"/>
                <a:ext cx="11587974" cy="1249573"/>
              </a:xfrm>
              <a:prstGeom prst="rect">
                <a:avLst/>
              </a:prstGeom>
              <a:noFill/>
            </p:spPr>
            <p:txBody>
              <a:bodyPr wrap="square" rtlCol="0">
                <a:spAutoFit/>
              </a:bodyPr>
              <a:lstStyle/>
              <a:p>
                <a:r>
                  <a:rPr lang="en-US" sz="2000">
                    <a:latin typeface="Lato" panose="020F0502020204030203" pitchFamily="34" charset="0"/>
                    <a:ea typeface="Lato" panose="020F0502020204030203" pitchFamily="34" charset="0"/>
                    <a:cs typeface="Lato" panose="020F0502020204030203" pitchFamily="34" charset="0"/>
                  </a:rPr>
                  <a:t>Với chế độ điều chế xung đơn cực,</a:t>
                </a:r>
              </a:p>
              <a:p>
                <a:r>
                  <a:rPr lang="en-US" sz="2000">
                    <a:latin typeface="Lato" panose="020F0502020204030203" pitchFamily="34" charset="0"/>
                    <a:ea typeface="Lato" panose="020F0502020204030203" pitchFamily="34" charset="0"/>
                    <a:cs typeface="Lato" panose="020F0502020204030203" pitchFamily="34" charset="0"/>
                  </a:rPr>
                  <a:t>Ta có </a:t>
                </a:r>
                <a:r>
                  <a:rPr lang="en-US" sz="2000" b="1">
                    <a:latin typeface="Lato" panose="020F0502020204030203" pitchFamily="34" charset="0"/>
                    <a:ea typeface="Lato" panose="020F0502020204030203" pitchFamily="34" charset="0"/>
                    <a:cs typeface="Lato" panose="020F0502020204030203" pitchFamily="34" charset="0"/>
                  </a:rPr>
                  <a:t>EPWMCLK</a:t>
                </a:r>
                <a:r>
                  <a:rPr lang="en-US" sz="2000">
                    <a:latin typeface="Lato" panose="020F0502020204030203" pitchFamily="34" charset="0"/>
                    <a:ea typeface="Lato" panose="020F0502020204030203" pitchFamily="34" charset="0"/>
                    <a:cs typeface="Lato" panose="020F0502020204030203" pitchFamily="34" charset="0"/>
                  </a:rPr>
                  <a:t> = 100Mhz; </a:t>
                </a:r>
                <a14:m>
                  <m:oMath xmlns:m="http://schemas.openxmlformats.org/officeDocument/2006/math">
                    <m:sSub>
                      <m:sSubPr>
                        <m:ctrlPr>
                          <a:rPr lang="en-US" sz="2000" b="0" i="1" smtClean="0">
                            <a:latin typeface="Cambria Math" panose="02040503050406030204" pitchFamily="18" charset="0"/>
                            <a:ea typeface="Lato" panose="020F0502020204030203" pitchFamily="34" charset="0"/>
                            <a:cs typeface="Lato" panose="020F0502020204030203" pitchFamily="34" charset="0"/>
                          </a:rPr>
                        </m:ctrlPr>
                      </m:sSubPr>
                      <m:e>
                        <m:r>
                          <m:rPr>
                            <m:sty m:val="p"/>
                          </m:rPr>
                          <a:rPr lang="en-US" sz="2000" b="0" i="1" smtClean="0">
                            <a:latin typeface="Cambria Math" panose="02040503050406030204" pitchFamily="18" charset="0"/>
                            <a:ea typeface="Lato" panose="020F0502020204030203" pitchFamily="34" charset="0"/>
                            <a:cs typeface="Lato" panose="020F0502020204030203" pitchFamily="34" charset="0"/>
                          </a:rPr>
                          <m:t>f</m:t>
                        </m:r>
                      </m:e>
                      <m:sub>
                        <m:r>
                          <m:rPr>
                            <m:sty m:val="p"/>
                          </m:rPr>
                          <a:rPr lang="en-US" sz="2000" b="0" i="1" smtClean="0">
                            <a:latin typeface="Cambria Math" panose="02040503050406030204" pitchFamily="18" charset="0"/>
                            <a:ea typeface="Lato" panose="020F0502020204030203" pitchFamily="34" charset="0"/>
                            <a:cs typeface="Lato" panose="020F0502020204030203" pitchFamily="34" charset="0"/>
                          </a:rPr>
                          <m:t>sw</m:t>
                        </m:r>
                      </m:sub>
                    </m:sSub>
                  </m:oMath>
                </a14:m>
                <a:r>
                  <a:rPr lang="en-US" sz="2000">
                    <a:latin typeface="Lato" panose="020F0502020204030203" pitchFamily="34" charset="0"/>
                    <a:ea typeface="Lato" panose="020F0502020204030203" pitchFamily="34" charset="0"/>
                    <a:cs typeface="Lato" panose="020F0502020204030203" pitchFamily="34" charset="0"/>
                  </a:rPr>
                  <a:t>= 10Khz,</a:t>
                </a:r>
              </a:p>
              <a:p>
                <a:r>
                  <a:rPr lang="en-US" sz="2000">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			 TBPRD</a:t>
                </a:r>
                <a:r>
                  <a:rPr lang="vi-VN" sz="2000">
                    <a:latin typeface="Lato" panose="020F0502020204030203" pitchFamily="34" charset="0"/>
                    <a:ea typeface="Lato" panose="020F0502020204030203" pitchFamily="34" charset="0"/>
                    <a:cs typeface="Lato" panose="020F0502020204030203" pitchFamily="34" charset="0"/>
                  </a:rPr>
                  <a:t> = </a:t>
                </a:r>
                <a14:m>
                  <m:oMath xmlns:m="http://schemas.openxmlformats.org/officeDocument/2006/math">
                    <m:f>
                      <m:fPr>
                        <m:ctrlPr>
                          <a:rPr lang="en-ID" sz="2000" b="1" i="0" dirty="0">
                            <a:latin typeface="Cambria Math" panose="02040503050406030204" pitchFamily="18" charset="0"/>
                          </a:rPr>
                        </m:ctrlPr>
                      </m:fPr>
                      <m:num>
                        <m:r>
                          <m:rPr>
                            <m:nor/>
                          </m:rPr>
                          <a:rPr lang="en-ID" sz="2000" b="1" i="0" dirty="0">
                            <a:latin typeface="Cambria Math" panose="02040503050406030204" pitchFamily="18" charset="0"/>
                          </a:rPr>
                          <m:t>EPWMCLK</m:t>
                        </m:r>
                      </m:num>
                      <m:den>
                        <m:r>
                          <a:rPr lang="en-US" sz="2000" b="0" i="1" dirty="0" smtClean="0">
                            <a:latin typeface="Cambria Math" panose="02040503050406030204" pitchFamily="18" charset="0"/>
                          </a:rPr>
                          <m:t>2∗</m:t>
                        </m:r>
                        <m:sSub>
                          <m:sSubPr>
                            <m:ctrlPr>
                              <a:rPr lang="en-US" sz="2000" b="0" i="1" dirty="0" smtClean="0">
                                <a:latin typeface="Cambria Math" panose="02040503050406030204" pitchFamily="18" charset="0"/>
                              </a:rPr>
                            </m:ctrlPr>
                          </m:sSubPr>
                          <m:e>
                            <m:r>
                              <m:rPr>
                                <m:sty m:val="p"/>
                              </m:rPr>
                              <a:rPr lang="en-US" sz="2000" b="0" i="1" dirty="0" smtClean="0">
                                <a:latin typeface="Cambria Math" panose="02040503050406030204" pitchFamily="18" charset="0"/>
                              </a:rPr>
                              <m:t>f</m:t>
                            </m:r>
                          </m:e>
                          <m:sub>
                            <m:r>
                              <m:rPr>
                                <m:sty m:val="p"/>
                              </m:rPr>
                              <a:rPr lang="en-US" sz="2000" b="0" i="1" dirty="0" smtClean="0">
                                <a:latin typeface="Cambria Math" panose="02040503050406030204" pitchFamily="18" charset="0"/>
                              </a:rPr>
                              <m:t>sw</m:t>
                            </m:r>
                          </m:sub>
                        </m:sSub>
                      </m:den>
                    </m:f>
                  </m:oMath>
                </a14:m>
                <a:r>
                  <a:rPr lang="en-US"/>
                  <a:t> </a:t>
                </a:r>
                <a:r>
                  <a:rPr lang="vi-VN"/>
                  <a:t>= </a:t>
                </a:r>
                <a14:m>
                  <m:oMath xmlns:m="http://schemas.openxmlformats.org/officeDocument/2006/math">
                    <m:f>
                      <m:fPr>
                        <m:ctrlPr>
                          <a:rPr lang="vi-VN" i="1">
                            <a:latin typeface="Cambria Math" panose="02040503050406030204" pitchFamily="18" charset="0"/>
                          </a:rPr>
                        </m:ctrlPr>
                      </m:fPr>
                      <m:num>
                        <m:r>
                          <a:rPr lang="vi-VN" i="1">
                            <a:latin typeface="Cambria Math" panose="02040503050406030204" pitchFamily="18" charset="0"/>
                          </a:rPr>
                          <m:t>100</m:t>
                        </m:r>
                        <m:r>
                          <m:rPr>
                            <m:sty m:val="p"/>
                          </m:rPr>
                          <a:rPr lang="vi-VN" i="1">
                            <a:latin typeface="Cambria Math" panose="02040503050406030204" pitchFamily="18" charset="0"/>
                          </a:rPr>
                          <m:t>Mhz</m:t>
                        </m:r>
                      </m:num>
                      <m:den>
                        <m:r>
                          <a:rPr lang="vi-VN" i="1">
                            <a:latin typeface="Cambria Math" panose="02040503050406030204" pitchFamily="18" charset="0"/>
                          </a:rPr>
                          <m:t>2∗1</m:t>
                        </m:r>
                        <m:r>
                          <a:rPr lang="en-US" i="1">
                            <a:latin typeface="Cambria Math" panose="02040503050406030204" pitchFamily="18" charset="0"/>
                          </a:rPr>
                          <m:t>0000</m:t>
                        </m:r>
                      </m:den>
                    </m:f>
                  </m:oMath>
                </a14:m>
                <a:r>
                  <a:rPr lang="vi-VN" sz="2000" dirty="0">
                    <a:latin typeface="Lato" panose="020F0502020204030203" pitchFamily="34" charset="0"/>
                    <a:ea typeface="Lato" panose="020F0502020204030203" pitchFamily="34" charset="0"/>
                    <a:cs typeface="Lato" panose="020F0502020204030203" pitchFamily="34" charset="0"/>
                  </a:rPr>
                  <a:t> </a:t>
                </a:r>
                <a:r>
                  <a:rPr lang="vi-VN" sz="2000">
                    <a:latin typeface="Lato" panose="020F0502020204030203" pitchFamily="34" charset="0"/>
                    <a:ea typeface="Lato" panose="020F0502020204030203" pitchFamily="34" charset="0"/>
                    <a:cs typeface="Lato" panose="020F0502020204030203" pitchFamily="34" charset="0"/>
                  </a:rPr>
                  <a:t>= </a:t>
                </a:r>
                <a:r>
                  <a:rPr lang="en-US" sz="2000">
                    <a:latin typeface="Cambria Math" panose="02040503050406030204" pitchFamily="18" charset="0"/>
                    <a:ea typeface="Cambria Math" panose="02040503050406030204" pitchFamily="18" charset="0"/>
                    <a:cs typeface="Lato" panose="020F0502020204030203" pitchFamily="34" charset="0"/>
                  </a:rPr>
                  <a:t>5000</a:t>
                </a:r>
                <a:endParaRPr lang="en-ID" sz="2000" dirty="0">
                  <a:latin typeface="Cambria Math" panose="02040503050406030204" pitchFamily="18" charset="0"/>
                  <a:ea typeface="Cambria Math" panose="02040503050406030204" pitchFamily="18" charset="0"/>
                  <a:cs typeface="Lato" panose="020F0502020204030203" pitchFamily="34" charset="0"/>
                </a:endParaRPr>
              </a:p>
            </p:txBody>
          </p:sp>
        </mc:Choice>
        <mc:Fallback xmlns="">
          <p:sp>
            <p:nvSpPr>
              <p:cNvPr id="23" name="TextBox 18">
                <a:extLst>
                  <a:ext uri="{FF2B5EF4-FFF2-40B4-BE49-F238E27FC236}">
                    <a16:creationId xmlns:a16="http://schemas.microsoft.com/office/drawing/2014/main" id="{030BB06A-A39F-ADBE-DD3E-7FE10DC07C91}"/>
                  </a:ext>
                </a:extLst>
              </p:cNvPr>
              <p:cNvSpPr txBox="1">
                <a:spLocks noRot="1" noChangeAspect="1" noMove="1" noResize="1" noEditPoints="1" noAdjustHandles="1" noChangeArrowheads="1" noChangeShapeType="1" noTextEdit="1"/>
              </p:cNvSpPr>
              <p:nvPr/>
            </p:nvSpPr>
            <p:spPr>
              <a:xfrm>
                <a:off x="163183" y="935898"/>
                <a:ext cx="11587974" cy="1249573"/>
              </a:xfrm>
              <a:prstGeom prst="rect">
                <a:avLst/>
              </a:prstGeom>
              <a:blipFill>
                <a:blip r:embed="rId3"/>
                <a:stretch>
                  <a:fillRect l="-579" t="-2927"/>
                </a:stretch>
              </a:blipFill>
            </p:spPr>
            <p:txBody>
              <a:bodyPr/>
              <a:lstStyle/>
              <a:p>
                <a:r>
                  <a:rPr lang="en-US">
                    <a:noFill/>
                  </a:rPr>
                  <a:t> </a:t>
                </a:r>
              </a:p>
            </p:txBody>
          </p:sp>
        </mc:Fallback>
      </mc:AlternateContent>
      <p:sp>
        <p:nvSpPr>
          <p:cNvPr id="3" name="TextBox 11">
            <a:extLst>
              <a:ext uri="{FF2B5EF4-FFF2-40B4-BE49-F238E27FC236}">
                <a16:creationId xmlns:a16="http://schemas.microsoft.com/office/drawing/2014/main" id="{64707DCC-6DB7-29D7-E2B2-48F10A131BD5}"/>
              </a:ext>
            </a:extLst>
          </p:cNvPr>
          <p:cNvSpPr txBox="1"/>
          <p:nvPr/>
        </p:nvSpPr>
        <p:spPr>
          <a:xfrm>
            <a:off x="70819" y="491281"/>
            <a:ext cx="6101118" cy="400110"/>
          </a:xfrm>
          <a:prstGeom prst="rect">
            <a:avLst/>
          </a:prstGeom>
          <a:noFill/>
        </p:spPr>
        <p:txBody>
          <a:bodyPr wrap="square" rtlCol="0">
            <a:spAutoFit/>
          </a:bodyPr>
          <a:lstStyle/>
          <a:p>
            <a:r>
              <a:rPr lang="en-US" sz="2000" b="1">
                <a:latin typeface="Lato" panose="020F0502020204030203" pitchFamily="34" charset="0"/>
                <a:ea typeface="Lato" panose="020F0502020204030203" pitchFamily="34" charset="0"/>
                <a:cs typeface="Lato" panose="020F0502020204030203" pitchFamily="34" charset="0"/>
              </a:rPr>
              <a:t>3.1 Thuật toán điều khiển</a:t>
            </a:r>
            <a:endParaRPr lang="vi-VN" sz="2000" b="1">
              <a:latin typeface="Lato" panose="020F0502020204030203" pitchFamily="34" charset="0"/>
              <a:ea typeface="Lato" panose="020F0502020204030203" pitchFamily="34" charset="0"/>
              <a:cs typeface="Lato" panose="020F0502020204030203" pitchFamily="34" charset="0"/>
            </a:endParaRPr>
          </a:p>
        </p:txBody>
      </p:sp>
      <p:pic>
        <p:nvPicPr>
          <p:cNvPr id="14" name="Hình ảnh 13">
            <a:extLst>
              <a:ext uri="{FF2B5EF4-FFF2-40B4-BE49-F238E27FC236}">
                <a16:creationId xmlns:a16="http://schemas.microsoft.com/office/drawing/2014/main" id="{6041882A-905D-66F2-D886-3A3824C167BD}"/>
              </a:ext>
            </a:extLst>
          </p:cNvPr>
          <p:cNvPicPr>
            <a:picLocks noChangeAspect="1"/>
          </p:cNvPicPr>
          <p:nvPr/>
        </p:nvPicPr>
        <p:blipFill>
          <a:blip r:embed="rId4"/>
          <a:stretch>
            <a:fillRect/>
          </a:stretch>
        </p:blipFill>
        <p:spPr>
          <a:xfrm>
            <a:off x="5355963" y="2463399"/>
            <a:ext cx="2940806" cy="3556009"/>
          </a:xfrm>
          <a:prstGeom prst="rect">
            <a:avLst/>
          </a:prstGeom>
        </p:spPr>
      </p:pic>
      <p:sp>
        <p:nvSpPr>
          <p:cNvPr id="17" name="TextBox 6">
            <a:extLst>
              <a:ext uri="{FF2B5EF4-FFF2-40B4-BE49-F238E27FC236}">
                <a16:creationId xmlns:a16="http://schemas.microsoft.com/office/drawing/2014/main" id="{FAF53027-F5CC-12DF-7181-9573097099A2}"/>
              </a:ext>
            </a:extLst>
          </p:cNvPr>
          <p:cNvSpPr txBox="1"/>
          <p:nvPr/>
        </p:nvSpPr>
        <p:spPr>
          <a:xfrm>
            <a:off x="294365" y="6102696"/>
            <a:ext cx="4634728" cy="33855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Hình 16. Nguyên lý hoạt động của modun PWM</a:t>
            </a:r>
            <a:endParaRPr kumimoji="0" lang="en-US" sz="1600" b="0" i="1" u="none" strike="noStrike" kern="1200" cap="none" spc="0" normalizeH="0" baseline="0" noProof="0" dirty="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p:txBody>
      </p:sp>
      <p:pic>
        <p:nvPicPr>
          <p:cNvPr id="5" name="Hình ảnh 4">
            <a:extLst>
              <a:ext uri="{FF2B5EF4-FFF2-40B4-BE49-F238E27FC236}">
                <a16:creationId xmlns:a16="http://schemas.microsoft.com/office/drawing/2014/main" id="{DCD6C043-6662-4FD4-24EE-E01865035846}"/>
              </a:ext>
            </a:extLst>
          </p:cNvPr>
          <p:cNvPicPr>
            <a:picLocks noChangeAspect="1"/>
          </p:cNvPicPr>
          <p:nvPr/>
        </p:nvPicPr>
        <p:blipFill>
          <a:blip r:embed="rId5"/>
          <a:stretch>
            <a:fillRect/>
          </a:stretch>
        </p:blipFill>
        <p:spPr>
          <a:xfrm>
            <a:off x="8816641" y="2434326"/>
            <a:ext cx="3102939" cy="3641492"/>
          </a:xfrm>
          <a:prstGeom prst="rect">
            <a:avLst/>
          </a:prstGeom>
        </p:spPr>
      </p:pic>
      <p:sp>
        <p:nvSpPr>
          <p:cNvPr id="18" name="TextBox 6">
            <a:extLst>
              <a:ext uri="{FF2B5EF4-FFF2-40B4-BE49-F238E27FC236}">
                <a16:creationId xmlns:a16="http://schemas.microsoft.com/office/drawing/2014/main" id="{788CD53D-0795-7655-DDFB-C912FF9397F6}"/>
              </a:ext>
            </a:extLst>
          </p:cNvPr>
          <p:cNvSpPr txBox="1"/>
          <p:nvPr/>
        </p:nvSpPr>
        <p:spPr>
          <a:xfrm>
            <a:off x="8655849" y="6092346"/>
            <a:ext cx="3377410" cy="33855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Hình 18. Cửa số cấu hình deadband</a:t>
            </a:r>
            <a:endParaRPr kumimoji="0" lang="en-US" sz="1600" b="0" i="1" u="none" strike="noStrike" kern="1200" cap="none" spc="0" normalizeH="0" baseline="0" noProof="0" dirty="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19" name="TextBox 6">
            <a:extLst>
              <a:ext uri="{FF2B5EF4-FFF2-40B4-BE49-F238E27FC236}">
                <a16:creationId xmlns:a16="http://schemas.microsoft.com/office/drawing/2014/main" id="{E0195663-977B-9710-85E0-38A849CCC4F4}"/>
              </a:ext>
            </a:extLst>
          </p:cNvPr>
          <p:cNvSpPr txBox="1"/>
          <p:nvPr/>
        </p:nvSpPr>
        <p:spPr>
          <a:xfrm>
            <a:off x="5110950" y="6102696"/>
            <a:ext cx="3542865" cy="33855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Hình 17. Cửa số cấu hình sự kiện PWM</a:t>
            </a:r>
            <a:endParaRPr kumimoji="0" lang="en-US" sz="1600" b="0" i="1" u="none" strike="noStrike" kern="1200" cap="none" spc="0" normalizeH="0" baseline="0" noProof="0" dirty="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1" name="Hình Bầu dục 20">
            <a:extLst>
              <a:ext uri="{FF2B5EF4-FFF2-40B4-BE49-F238E27FC236}">
                <a16:creationId xmlns:a16="http://schemas.microsoft.com/office/drawing/2014/main" id="{72686EF4-2DB6-7F6A-EC9B-2790C4D06201}"/>
              </a:ext>
            </a:extLst>
          </p:cNvPr>
          <p:cNvSpPr/>
          <p:nvPr/>
        </p:nvSpPr>
        <p:spPr>
          <a:xfrm>
            <a:off x="8838858" y="5124450"/>
            <a:ext cx="270773" cy="18415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Hình Bầu dục 25">
            <a:extLst>
              <a:ext uri="{FF2B5EF4-FFF2-40B4-BE49-F238E27FC236}">
                <a16:creationId xmlns:a16="http://schemas.microsoft.com/office/drawing/2014/main" id="{617B8842-3E53-503E-275D-939B864DD087}"/>
              </a:ext>
            </a:extLst>
          </p:cNvPr>
          <p:cNvSpPr/>
          <p:nvPr/>
        </p:nvSpPr>
        <p:spPr>
          <a:xfrm>
            <a:off x="8838858" y="5479854"/>
            <a:ext cx="270773" cy="18415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Hình Bầu dục 26">
            <a:extLst>
              <a:ext uri="{FF2B5EF4-FFF2-40B4-BE49-F238E27FC236}">
                <a16:creationId xmlns:a16="http://schemas.microsoft.com/office/drawing/2014/main" id="{201778F4-7C81-1667-4761-8CA5CA563D91}"/>
              </a:ext>
            </a:extLst>
          </p:cNvPr>
          <p:cNvSpPr/>
          <p:nvPr/>
        </p:nvSpPr>
        <p:spPr>
          <a:xfrm>
            <a:off x="7283108" y="3954758"/>
            <a:ext cx="270773" cy="18415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Hình Bầu dục 27">
            <a:extLst>
              <a:ext uri="{FF2B5EF4-FFF2-40B4-BE49-F238E27FC236}">
                <a16:creationId xmlns:a16="http://schemas.microsoft.com/office/drawing/2014/main" id="{9C1046C1-5D5F-2CC1-2864-214BA69B43E6}"/>
              </a:ext>
            </a:extLst>
          </p:cNvPr>
          <p:cNvSpPr/>
          <p:nvPr/>
        </p:nvSpPr>
        <p:spPr>
          <a:xfrm>
            <a:off x="7365658" y="4177857"/>
            <a:ext cx="270773" cy="18415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Hình ảnh 6">
            <a:extLst>
              <a:ext uri="{FF2B5EF4-FFF2-40B4-BE49-F238E27FC236}">
                <a16:creationId xmlns:a16="http://schemas.microsoft.com/office/drawing/2014/main" id="{F5148429-7459-5FA0-34CE-CE723A522049}"/>
              </a:ext>
            </a:extLst>
          </p:cNvPr>
          <p:cNvPicPr>
            <a:picLocks noChangeAspect="1"/>
          </p:cNvPicPr>
          <p:nvPr/>
        </p:nvPicPr>
        <p:blipFill>
          <a:blip r:embed="rId6"/>
          <a:stretch>
            <a:fillRect/>
          </a:stretch>
        </p:blipFill>
        <p:spPr>
          <a:xfrm>
            <a:off x="72766" y="2497306"/>
            <a:ext cx="5207523" cy="3361101"/>
          </a:xfrm>
          <a:prstGeom prst="rect">
            <a:avLst/>
          </a:prstGeom>
        </p:spPr>
      </p:pic>
    </p:spTree>
    <p:extLst>
      <p:ext uri="{BB962C8B-B14F-4D97-AF65-F5344CB8AC3E}">
        <p14:creationId xmlns:p14="http://schemas.microsoft.com/office/powerpoint/2010/main" val="4008309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2B00F-AA31-6604-BDEB-DC10E977A8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22325-C7D0-7AA7-0F6F-28F9229E0CD6}"/>
              </a:ext>
            </a:extLst>
          </p:cNvPr>
          <p:cNvSpPr>
            <a:spLocks noGrp="1"/>
          </p:cNvSpPr>
          <p:nvPr>
            <p:ph type="title"/>
          </p:nvPr>
        </p:nvSpPr>
        <p:spPr>
          <a:xfrm>
            <a:off x="527966" y="79119"/>
            <a:ext cx="8345261" cy="457318"/>
          </a:xfrm>
        </p:spPr>
        <p:txBody>
          <a:bodyPr>
            <a:noAutofit/>
          </a:bodyPr>
          <a:lstStyle/>
          <a:p>
            <a:r>
              <a:rPr lang="en-US" sz="3200">
                <a:latin typeface="Lato" panose="020F0502020204030203" pitchFamily="34" charset="0"/>
                <a:cs typeface="Lato" panose="020F0502020204030203" pitchFamily="34" charset="0"/>
              </a:rPr>
              <a:t>Triển khai hệ thống trên mô hình thực nghiệm</a:t>
            </a:r>
            <a:endParaRPr lang="en-US" sz="3200" dirty="0">
              <a:latin typeface="Lato" panose="020F0502020204030203" pitchFamily="34" charset="0"/>
              <a:cs typeface="Lato" panose="020F0502020204030203" pitchFamily="34" charset="0"/>
            </a:endParaRPr>
          </a:p>
        </p:txBody>
      </p:sp>
      <p:sp>
        <p:nvSpPr>
          <p:cNvPr id="4" name="Slide Number Placeholder 3">
            <a:extLst>
              <a:ext uri="{FF2B5EF4-FFF2-40B4-BE49-F238E27FC236}">
                <a16:creationId xmlns:a16="http://schemas.microsoft.com/office/drawing/2014/main" id="{79AB8FEA-2D8B-2A72-EE3E-DCDE7112EBDD}"/>
              </a:ext>
            </a:extLst>
          </p:cNvPr>
          <p:cNvSpPr>
            <a:spLocks noGrp="1"/>
          </p:cNvSpPr>
          <p:nvPr>
            <p:ph type="sldNum" sz="quarter" idx="4"/>
          </p:nvPr>
        </p:nvSpPr>
        <p:spPr/>
        <p:txBody>
          <a:bodyPr/>
          <a:lstStyle/>
          <a:p>
            <a:fld id="{D7016DB7-74C3-4088-91B2-8C513CF55A6C}" type="slidenum">
              <a:rPr lang="en-US" smtClean="0">
                <a:latin typeface="Lato" panose="020F0502020204030203" pitchFamily="34" charset="0"/>
                <a:ea typeface="Lato" panose="020F0502020204030203" pitchFamily="34" charset="0"/>
                <a:cs typeface="Lato" panose="020F0502020204030203" pitchFamily="34" charset="0"/>
              </a:rPr>
              <a:pPr/>
              <a:t>11</a:t>
            </a:fld>
            <a:endParaRPr lang="en-US">
              <a:latin typeface="Lato" panose="020F0502020204030203" pitchFamily="34" charset="0"/>
              <a:ea typeface="Lato" panose="020F0502020204030203" pitchFamily="34" charset="0"/>
              <a:cs typeface="Lato" panose="020F0502020204030203" pitchFamily="34" charset="0"/>
            </a:endParaRPr>
          </a:p>
        </p:txBody>
      </p:sp>
      <p:sp>
        <p:nvSpPr>
          <p:cNvPr id="6" name="Rectangle 5">
            <a:extLst>
              <a:ext uri="{FF2B5EF4-FFF2-40B4-BE49-F238E27FC236}">
                <a16:creationId xmlns:a16="http://schemas.microsoft.com/office/drawing/2014/main" id="{3BA9E5CC-6403-0171-5E11-454594245705}"/>
              </a:ext>
            </a:extLst>
          </p:cNvPr>
          <p:cNvSpPr/>
          <p:nvPr/>
        </p:nvSpPr>
        <p:spPr>
          <a:xfrm>
            <a:off x="70819" y="33475"/>
            <a:ext cx="459792" cy="50296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Lato" panose="020F0502020204030203" pitchFamily="34" charset="0"/>
                <a:ea typeface="Lato" panose="020F0502020204030203" pitchFamily="34" charset="0"/>
                <a:cs typeface="Lato" panose="020F0502020204030203" pitchFamily="34" charset="0"/>
              </a:rPr>
              <a:t>3</a:t>
            </a:r>
          </a:p>
        </p:txBody>
      </p:sp>
      <mc:AlternateContent xmlns:mc="http://schemas.openxmlformats.org/markup-compatibility/2006" xmlns:a14="http://schemas.microsoft.com/office/drawing/2010/main">
        <mc:Choice Requires="a14">
          <p:sp>
            <p:nvSpPr>
              <p:cNvPr id="23" name="TextBox 18">
                <a:extLst>
                  <a:ext uri="{FF2B5EF4-FFF2-40B4-BE49-F238E27FC236}">
                    <a16:creationId xmlns:a16="http://schemas.microsoft.com/office/drawing/2014/main" id="{06EB47E6-3683-ED27-B8FE-E314C8EFC9ED}"/>
                  </a:ext>
                </a:extLst>
              </p:cNvPr>
              <p:cNvSpPr txBox="1"/>
              <p:nvPr/>
            </p:nvSpPr>
            <p:spPr>
              <a:xfrm>
                <a:off x="163183" y="935898"/>
                <a:ext cx="11587974" cy="1249573"/>
              </a:xfrm>
              <a:prstGeom prst="rect">
                <a:avLst/>
              </a:prstGeom>
              <a:noFill/>
            </p:spPr>
            <p:txBody>
              <a:bodyPr wrap="square" rtlCol="0">
                <a:spAutoFit/>
              </a:bodyPr>
              <a:lstStyle/>
              <a:p>
                <a:r>
                  <a:rPr lang="en-US" sz="2000">
                    <a:latin typeface="Lato" panose="020F0502020204030203" pitchFamily="34" charset="0"/>
                    <a:ea typeface="Lato" panose="020F0502020204030203" pitchFamily="34" charset="0"/>
                    <a:cs typeface="Lato" panose="020F0502020204030203" pitchFamily="34" charset="0"/>
                  </a:rPr>
                  <a:t>Với chế độ điều chế xung đơn cực,</a:t>
                </a:r>
              </a:p>
              <a:p>
                <a:r>
                  <a:rPr lang="en-US" sz="2000">
                    <a:latin typeface="Lato" panose="020F0502020204030203" pitchFamily="34" charset="0"/>
                    <a:ea typeface="Lato" panose="020F0502020204030203" pitchFamily="34" charset="0"/>
                    <a:cs typeface="Lato" panose="020F0502020204030203" pitchFamily="34" charset="0"/>
                  </a:rPr>
                  <a:t>Ta có </a:t>
                </a:r>
                <a:r>
                  <a:rPr lang="en-US" sz="2000" b="1">
                    <a:latin typeface="Lato" panose="020F0502020204030203" pitchFamily="34" charset="0"/>
                    <a:ea typeface="Lato" panose="020F0502020204030203" pitchFamily="34" charset="0"/>
                    <a:cs typeface="Lato" panose="020F0502020204030203" pitchFamily="34" charset="0"/>
                  </a:rPr>
                  <a:t>EPWMCLK</a:t>
                </a:r>
                <a:r>
                  <a:rPr lang="en-US" sz="2000">
                    <a:latin typeface="Lato" panose="020F0502020204030203" pitchFamily="34" charset="0"/>
                    <a:ea typeface="Lato" panose="020F0502020204030203" pitchFamily="34" charset="0"/>
                    <a:cs typeface="Lato" panose="020F0502020204030203" pitchFamily="34" charset="0"/>
                  </a:rPr>
                  <a:t> = 100Mhz; </a:t>
                </a:r>
                <a14:m>
                  <m:oMath xmlns:m="http://schemas.openxmlformats.org/officeDocument/2006/math">
                    <m:sSub>
                      <m:sSubPr>
                        <m:ctrlPr>
                          <a:rPr lang="en-US" sz="2000" b="0" i="1" smtClean="0">
                            <a:latin typeface="Cambria Math" panose="02040503050406030204" pitchFamily="18" charset="0"/>
                            <a:ea typeface="Lato" panose="020F0502020204030203" pitchFamily="34" charset="0"/>
                            <a:cs typeface="Lato" panose="020F0502020204030203" pitchFamily="34" charset="0"/>
                          </a:rPr>
                        </m:ctrlPr>
                      </m:sSubPr>
                      <m:e>
                        <m:r>
                          <m:rPr>
                            <m:sty m:val="p"/>
                          </m:rPr>
                          <a:rPr lang="en-US" sz="2000" b="0" i="1" smtClean="0">
                            <a:latin typeface="Cambria Math" panose="02040503050406030204" pitchFamily="18" charset="0"/>
                            <a:ea typeface="Lato" panose="020F0502020204030203" pitchFamily="34" charset="0"/>
                            <a:cs typeface="Lato" panose="020F0502020204030203" pitchFamily="34" charset="0"/>
                          </a:rPr>
                          <m:t>f</m:t>
                        </m:r>
                      </m:e>
                      <m:sub>
                        <m:r>
                          <m:rPr>
                            <m:sty m:val="p"/>
                          </m:rPr>
                          <a:rPr lang="en-US" sz="2000" b="0" i="1" smtClean="0">
                            <a:latin typeface="Cambria Math" panose="02040503050406030204" pitchFamily="18" charset="0"/>
                            <a:ea typeface="Lato" panose="020F0502020204030203" pitchFamily="34" charset="0"/>
                            <a:cs typeface="Lato" panose="020F0502020204030203" pitchFamily="34" charset="0"/>
                          </a:rPr>
                          <m:t>sw</m:t>
                        </m:r>
                      </m:sub>
                    </m:sSub>
                  </m:oMath>
                </a14:m>
                <a:r>
                  <a:rPr lang="en-US" sz="2000">
                    <a:latin typeface="Lato" panose="020F0502020204030203" pitchFamily="34" charset="0"/>
                    <a:ea typeface="Lato" panose="020F0502020204030203" pitchFamily="34" charset="0"/>
                    <a:cs typeface="Lato" panose="020F0502020204030203" pitchFamily="34" charset="0"/>
                  </a:rPr>
                  <a:t>= 10Khz,</a:t>
                </a:r>
              </a:p>
              <a:p>
                <a:r>
                  <a:rPr lang="en-US" sz="2000">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			 TBPRD</a:t>
                </a:r>
                <a:r>
                  <a:rPr lang="vi-VN" sz="2000">
                    <a:latin typeface="Lato" panose="020F0502020204030203" pitchFamily="34" charset="0"/>
                    <a:ea typeface="Lato" panose="020F0502020204030203" pitchFamily="34" charset="0"/>
                    <a:cs typeface="Lato" panose="020F0502020204030203" pitchFamily="34" charset="0"/>
                  </a:rPr>
                  <a:t> = </a:t>
                </a:r>
                <a14:m>
                  <m:oMath xmlns:m="http://schemas.openxmlformats.org/officeDocument/2006/math">
                    <m:f>
                      <m:fPr>
                        <m:ctrlPr>
                          <a:rPr lang="en-ID" sz="2000" b="1" i="0" dirty="0">
                            <a:latin typeface="Cambria Math" panose="02040503050406030204" pitchFamily="18" charset="0"/>
                          </a:rPr>
                        </m:ctrlPr>
                      </m:fPr>
                      <m:num>
                        <m:r>
                          <m:rPr>
                            <m:nor/>
                          </m:rPr>
                          <a:rPr lang="en-ID" sz="2000" b="1" i="0" dirty="0">
                            <a:latin typeface="Cambria Math" panose="02040503050406030204" pitchFamily="18" charset="0"/>
                          </a:rPr>
                          <m:t>EPWMCLK</m:t>
                        </m:r>
                      </m:num>
                      <m:den>
                        <m:r>
                          <a:rPr lang="en-US" sz="2000" b="0" i="1" dirty="0" smtClean="0">
                            <a:latin typeface="Cambria Math" panose="02040503050406030204" pitchFamily="18" charset="0"/>
                          </a:rPr>
                          <m:t>2∗</m:t>
                        </m:r>
                        <m:sSub>
                          <m:sSubPr>
                            <m:ctrlPr>
                              <a:rPr lang="en-US" sz="2000" b="0" i="1" dirty="0" smtClean="0">
                                <a:latin typeface="Cambria Math" panose="02040503050406030204" pitchFamily="18" charset="0"/>
                              </a:rPr>
                            </m:ctrlPr>
                          </m:sSubPr>
                          <m:e>
                            <m:r>
                              <m:rPr>
                                <m:sty m:val="p"/>
                              </m:rPr>
                              <a:rPr lang="en-US" sz="2000" b="0" i="1" dirty="0" smtClean="0">
                                <a:latin typeface="Cambria Math" panose="02040503050406030204" pitchFamily="18" charset="0"/>
                              </a:rPr>
                              <m:t>f</m:t>
                            </m:r>
                          </m:e>
                          <m:sub>
                            <m:r>
                              <m:rPr>
                                <m:sty m:val="p"/>
                              </m:rPr>
                              <a:rPr lang="en-US" sz="2000" b="0" i="1" dirty="0" smtClean="0">
                                <a:latin typeface="Cambria Math" panose="02040503050406030204" pitchFamily="18" charset="0"/>
                              </a:rPr>
                              <m:t>sw</m:t>
                            </m:r>
                          </m:sub>
                        </m:sSub>
                      </m:den>
                    </m:f>
                  </m:oMath>
                </a14:m>
                <a:r>
                  <a:rPr lang="en-US"/>
                  <a:t> </a:t>
                </a:r>
                <a:r>
                  <a:rPr lang="vi-VN"/>
                  <a:t>= </a:t>
                </a:r>
                <a14:m>
                  <m:oMath xmlns:m="http://schemas.openxmlformats.org/officeDocument/2006/math">
                    <m:f>
                      <m:fPr>
                        <m:ctrlPr>
                          <a:rPr lang="vi-VN" i="1">
                            <a:latin typeface="Cambria Math" panose="02040503050406030204" pitchFamily="18" charset="0"/>
                          </a:rPr>
                        </m:ctrlPr>
                      </m:fPr>
                      <m:num>
                        <m:r>
                          <a:rPr lang="vi-VN" i="1">
                            <a:latin typeface="Cambria Math" panose="02040503050406030204" pitchFamily="18" charset="0"/>
                          </a:rPr>
                          <m:t>100</m:t>
                        </m:r>
                        <m:r>
                          <m:rPr>
                            <m:sty m:val="p"/>
                          </m:rPr>
                          <a:rPr lang="vi-VN" i="1">
                            <a:latin typeface="Cambria Math" panose="02040503050406030204" pitchFamily="18" charset="0"/>
                          </a:rPr>
                          <m:t>Mhz</m:t>
                        </m:r>
                      </m:num>
                      <m:den>
                        <m:r>
                          <a:rPr lang="vi-VN" i="1">
                            <a:latin typeface="Cambria Math" panose="02040503050406030204" pitchFamily="18" charset="0"/>
                          </a:rPr>
                          <m:t>2∗1</m:t>
                        </m:r>
                        <m:r>
                          <a:rPr lang="en-US" i="1">
                            <a:latin typeface="Cambria Math" panose="02040503050406030204" pitchFamily="18" charset="0"/>
                          </a:rPr>
                          <m:t>0000</m:t>
                        </m:r>
                      </m:den>
                    </m:f>
                  </m:oMath>
                </a14:m>
                <a:r>
                  <a:rPr lang="vi-VN" sz="2000" dirty="0">
                    <a:latin typeface="Lato" panose="020F0502020204030203" pitchFamily="34" charset="0"/>
                    <a:ea typeface="Lato" panose="020F0502020204030203" pitchFamily="34" charset="0"/>
                    <a:cs typeface="Lato" panose="020F0502020204030203" pitchFamily="34" charset="0"/>
                  </a:rPr>
                  <a:t> </a:t>
                </a:r>
                <a:r>
                  <a:rPr lang="vi-VN" sz="2000">
                    <a:latin typeface="Lato" panose="020F0502020204030203" pitchFamily="34" charset="0"/>
                    <a:ea typeface="Lato" panose="020F0502020204030203" pitchFamily="34" charset="0"/>
                    <a:cs typeface="Lato" panose="020F0502020204030203" pitchFamily="34" charset="0"/>
                  </a:rPr>
                  <a:t>= </a:t>
                </a:r>
                <a:r>
                  <a:rPr lang="en-US" sz="2000">
                    <a:latin typeface="Cambria Math" panose="02040503050406030204" pitchFamily="18" charset="0"/>
                    <a:ea typeface="Cambria Math" panose="02040503050406030204" pitchFamily="18" charset="0"/>
                    <a:cs typeface="Lato" panose="020F0502020204030203" pitchFamily="34" charset="0"/>
                  </a:rPr>
                  <a:t>5000</a:t>
                </a:r>
                <a:endParaRPr lang="en-ID" sz="2000" dirty="0">
                  <a:latin typeface="Cambria Math" panose="02040503050406030204" pitchFamily="18" charset="0"/>
                  <a:ea typeface="Cambria Math" panose="02040503050406030204" pitchFamily="18" charset="0"/>
                  <a:cs typeface="Lato" panose="020F0502020204030203" pitchFamily="34" charset="0"/>
                </a:endParaRPr>
              </a:p>
            </p:txBody>
          </p:sp>
        </mc:Choice>
        <mc:Fallback xmlns="">
          <p:sp>
            <p:nvSpPr>
              <p:cNvPr id="23" name="TextBox 18">
                <a:extLst>
                  <a:ext uri="{FF2B5EF4-FFF2-40B4-BE49-F238E27FC236}">
                    <a16:creationId xmlns:a16="http://schemas.microsoft.com/office/drawing/2014/main" id="{030BB06A-A39F-ADBE-DD3E-7FE10DC07C91}"/>
                  </a:ext>
                </a:extLst>
              </p:cNvPr>
              <p:cNvSpPr txBox="1">
                <a:spLocks noRot="1" noChangeAspect="1" noMove="1" noResize="1" noEditPoints="1" noAdjustHandles="1" noChangeArrowheads="1" noChangeShapeType="1" noTextEdit="1"/>
              </p:cNvSpPr>
              <p:nvPr/>
            </p:nvSpPr>
            <p:spPr>
              <a:xfrm>
                <a:off x="163183" y="935898"/>
                <a:ext cx="11587974" cy="1249573"/>
              </a:xfrm>
              <a:prstGeom prst="rect">
                <a:avLst/>
              </a:prstGeom>
              <a:blipFill>
                <a:blip r:embed="rId3"/>
                <a:stretch>
                  <a:fillRect l="-579" t="-2927"/>
                </a:stretch>
              </a:blipFill>
            </p:spPr>
            <p:txBody>
              <a:bodyPr/>
              <a:lstStyle/>
              <a:p>
                <a:r>
                  <a:rPr lang="en-US">
                    <a:noFill/>
                  </a:rPr>
                  <a:t> </a:t>
                </a:r>
              </a:p>
            </p:txBody>
          </p:sp>
        </mc:Fallback>
      </mc:AlternateContent>
      <p:sp>
        <p:nvSpPr>
          <p:cNvPr id="3" name="TextBox 11">
            <a:extLst>
              <a:ext uri="{FF2B5EF4-FFF2-40B4-BE49-F238E27FC236}">
                <a16:creationId xmlns:a16="http://schemas.microsoft.com/office/drawing/2014/main" id="{876195BE-FF12-1712-0531-4F2779CD8339}"/>
              </a:ext>
            </a:extLst>
          </p:cNvPr>
          <p:cNvSpPr txBox="1"/>
          <p:nvPr/>
        </p:nvSpPr>
        <p:spPr>
          <a:xfrm>
            <a:off x="70819" y="491281"/>
            <a:ext cx="6101118" cy="400110"/>
          </a:xfrm>
          <a:prstGeom prst="rect">
            <a:avLst/>
          </a:prstGeom>
          <a:noFill/>
        </p:spPr>
        <p:txBody>
          <a:bodyPr wrap="square" rtlCol="0">
            <a:spAutoFit/>
          </a:bodyPr>
          <a:lstStyle/>
          <a:p>
            <a:r>
              <a:rPr lang="en-US" sz="2000" b="1">
                <a:latin typeface="Lato" panose="020F0502020204030203" pitchFamily="34" charset="0"/>
                <a:ea typeface="Lato" panose="020F0502020204030203" pitchFamily="34" charset="0"/>
                <a:cs typeface="Lato" panose="020F0502020204030203" pitchFamily="34" charset="0"/>
              </a:rPr>
              <a:t>3.1 Thuật toán điều khiển</a:t>
            </a:r>
            <a:endParaRPr lang="vi-VN" sz="2000" b="1">
              <a:latin typeface="Lato" panose="020F0502020204030203" pitchFamily="34" charset="0"/>
              <a:ea typeface="Lato" panose="020F0502020204030203" pitchFamily="34" charset="0"/>
              <a:cs typeface="Lato" panose="020F0502020204030203" pitchFamily="34" charset="0"/>
            </a:endParaRPr>
          </a:p>
        </p:txBody>
      </p:sp>
      <p:pic>
        <p:nvPicPr>
          <p:cNvPr id="14" name="Hình ảnh 13">
            <a:extLst>
              <a:ext uri="{FF2B5EF4-FFF2-40B4-BE49-F238E27FC236}">
                <a16:creationId xmlns:a16="http://schemas.microsoft.com/office/drawing/2014/main" id="{EFAE6FFB-38AE-69DE-5273-6885F98FDA9D}"/>
              </a:ext>
            </a:extLst>
          </p:cNvPr>
          <p:cNvPicPr>
            <a:picLocks noChangeAspect="1"/>
          </p:cNvPicPr>
          <p:nvPr/>
        </p:nvPicPr>
        <p:blipFill>
          <a:blip r:embed="rId4"/>
          <a:stretch>
            <a:fillRect/>
          </a:stretch>
        </p:blipFill>
        <p:spPr>
          <a:xfrm>
            <a:off x="5355963" y="2463399"/>
            <a:ext cx="2940806" cy="3556009"/>
          </a:xfrm>
          <a:prstGeom prst="rect">
            <a:avLst/>
          </a:prstGeom>
        </p:spPr>
      </p:pic>
      <p:sp>
        <p:nvSpPr>
          <p:cNvPr id="17" name="TextBox 6">
            <a:extLst>
              <a:ext uri="{FF2B5EF4-FFF2-40B4-BE49-F238E27FC236}">
                <a16:creationId xmlns:a16="http://schemas.microsoft.com/office/drawing/2014/main" id="{6C82E768-985E-1A47-C634-410AA8C8720B}"/>
              </a:ext>
            </a:extLst>
          </p:cNvPr>
          <p:cNvSpPr txBox="1"/>
          <p:nvPr/>
        </p:nvSpPr>
        <p:spPr>
          <a:xfrm>
            <a:off x="294365" y="6102696"/>
            <a:ext cx="4634728" cy="33855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Hình 16. Nguyên lý hoạt động của modun PWM</a:t>
            </a:r>
            <a:endParaRPr kumimoji="0" lang="en-US" sz="1600" b="0" i="1" u="none" strike="noStrike" kern="1200" cap="none" spc="0" normalizeH="0" baseline="0" noProof="0" dirty="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p:txBody>
      </p:sp>
      <p:pic>
        <p:nvPicPr>
          <p:cNvPr id="5" name="Hình ảnh 4">
            <a:extLst>
              <a:ext uri="{FF2B5EF4-FFF2-40B4-BE49-F238E27FC236}">
                <a16:creationId xmlns:a16="http://schemas.microsoft.com/office/drawing/2014/main" id="{F4E03F99-0662-C79A-6FE8-48BB13BB99EA}"/>
              </a:ext>
            </a:extLst>
          </p:cNvPr>
          <p:cNvPicPr>
            <a:picLocks noChangeAspect="1"/>
          </p:cNvPicPr>
          <p:nvPr/>
        </p:nvPicPr>
        <p:blipFill>
          <a:blip r:embed="rId5"/>
          <a:stretch>
            <a:fillRect/>
          </a:stretch>
        </p:blipFill>
        <p:spPr>
          <a:xfrm>
            <a:off x="8816641" y="2434326"/>
            <a:ext cx="3102939" cy="3641492"/>
          </a:xfrm>
          <a:prstGeom prst="rect">
            <a:avLst/>
          </a:prstGeom>
        </p:spPr>
      </p:pic>
      <p:sp>
        <p:nvSpPr>
          <p:cNvPr id="18" name="TextBox 6">
            <a:extLst>
              <a:ext uri="{FF2B5EF4-FFF2-40B4-BE49-F238E27FC236}">
                <a16:creationId xmlns:a16="http://schemas.microsoft.com/office/drawing/2014/main" id="{6E16A7CB-6431-C4F6-4B34-E694F7DADB18}"/>
              </a:ext>
            </a:extLst>
          </p:cNvPr>
          <p:cNvSpPr txBox="1"/>
          <p:nvPr/>
        </p:nvSpPr>
        <p:spPr>
          <a:xfrm>
            <a:off x="8655849" y="6092346"/>
            <a:ext cx="3377410" cy="33855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Hình 18. Cửa số cấu hình deadband</a:t>
            </a:r>
            <a:endParaRPr kumimoji="0" lang="en-US" sz="1600" b="0" i="1" u="none" strike="noStrike" kern="1200" cap="none" spc="0" normalizeH="0" baseline="0" noProof="0" dirty="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19" name="TextBox 6">
            <a:extLst>
              <a:ext uri="{FF2B5EF4-FFF2-40B4-BE49-F238E27FC236}">
                <a16:creationId xmlns:a16="http://schemas.microsoft.com/office/drawing/2014/main" id="{D9671C67-BF6E-5C99-919D-747D2A2544DA}"/>
              </a:ext>
            </a:extLst>
          </p:cNvPr>
          <p:cNvSpPr txBox="1"/>
          <p:nvPr/>
        </p:nvSpPr>
        <p:spPr>
          <a:xfrm>
            <a:off x="5110950" y="6102696"/>
            <a:ext cx="3542865" cy="33855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Hình 17. Cửa số cấu hình sự kiện PWM</a:t>
            </a:r>
            <a:endParaRPr kumimoji="0" lang="en-US" sz="1600" b="0" i="1" u="none" strike="noStrike" kern="1200" cap="none" spc="0" normalizeH="0" baseline="0" noProof="0" dirty="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1" name="Hình Bầu dục 20">
            <a:extLst>
              <a:ext uri="{FF2B5EF4-FFF2-40B4-BE49-F238E27FC236}">
                <a16:creationId xmlns:a16="http://schemas.microsoft.com/office/drawing/2014/main" id="{5CEDF1B2-3A89-D1B0-1339-6DCE671DCBDB}"/>
              </a:ext>
            </a:extLst>
          </p:cNvPr>
          <p:cNvSpPr/>
          <p:nvPr/>
        </p:nvSpPr>
        <p:spPr>
          <a:xfrm>
            <a:off x="8838858" y="5124450"/>
            <a:ext cx="270773" cy="18415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Hình Bầu dục 25">
            <a:extLst>
              <a:ext uri="{FF2B5EF4-FFF2-40B4-BE49-F238E27FC236}">
                <a16:creationId xmlns:a16="http://schemas.microsoft.com/office/drawing/2014/main" id="{FAB61031-77D1-4271-AD82-63B289A3D8F6}"/>
              </a:ext>
            </a:extLst>
          </p:cNvPr>
          <p:cNvSpPr/>
          <p:nvPr/>
        </p:nvSpPr>
        <p:spPr>
          <a:xfrm>
            <a:off x="8838858" y="5479854"/>
            <a:ext cx="270773" cy="18415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Hình Bầu dục 26">
            <a:extLst>
              <a:ext uri="{FF2B5EF4-FFF2-40B4-BE49-F238E27FC236}">
                <a16:creationId xmlns:a16="http://schemas.microsoft.com/office/drawing/2014/main" id="{3725DEF6-1749-F5A1-0BC7-BCE10EEBE3D0}"/>
              </a:ext>
            </a:extLst>
          </p:cNvPr>
          <p:cNvSpPr/>
          <p:nvPr/>
        </p:nvSpPr>
        <p:spPr>
          <a:xfrm>
            <a:off x="7283108" y="3954758"/>
            <a:ext cx="270773" cy="18415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Hình Bầu dục 27">
            <a:extLst>
              <a:ext uri="{FF2B5EF4-FFF2-40B4-BE49-F238E27FC236}">
                <a16:creationId xmlns:a16="http://schemas.microsoft.com/office/drawing/2014/main" id="{52452AF0-CCCA-0CAF-2C0B-4C7CB94226D2}"/>
              </a:ext>
            </a:extLst>
          </p:cNvPr>
          <p:cNvSpPr/>
          <p:nvPr/>
        </p:nvSpPr>
        <p:spPr>
          <a:xfrm>
            <a:off x="7365658" y="4177857"/>
            <a:ext cx="270773" cy="18415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Hình ảnh 6">
            <a:extLst>
              <a:ext uri="{FF2B5EF4-FFF2-40B4-BE49-F238E27FC236}">
                <a16:creationId xmlns:a16="http://schemas.microsoft.com/office/drawing/2014/main" id="{FE1DFE77-EACC-2374-6868-222EE4F660A8}"/>
              </a:ext>
            </a:extLst>
          </p:cNvPr>
          <p:cNvPicPr>
            <a:picLocks noChangeAspect="1"/>
          </p:cNvPicPr>
          <p:nvPr/>
        </p:nvPicPr>
        <p:blipFill>
          <a:blip r:embed="rId6"/>
          <a:stretch>
            <a:fillRect/>
          </a:stretch>
        </p:blipFill>
        <p:spPr>
          <a:xfrm>
            <a:off x="72766" y="2497306"/>
            <a:ext cx="5207523" cy="3361101"/>
          </a:xfrm>
          <a:prstGeom prst="rect">
            <a:avLst/>
          </a:prstGeom>
        </p:spPr>
      </p:pic>
    </p:spTree>
    <p:extLst>
      <p:ext uri="{BB962C8B-B14F-4D97-AF65-F5344CB8AC3E}">
        <p14:creationId xmlns:p14="http://schemas.microsoft.com/office/powerpoint/2010/main" val="330386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9235B-916E-FEE9-C272-AB0A37A2D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7C9D39-3686-5812-912C-1DAFCC50ECE9}"/>
              </a:ext>
            </a:extLst>
          </p:cNvPr>
          <p:cNvSpPr>
            <a:spLocks noGrp="1"/>
          </p:cNvSpPr>
          <p:nvPr>
            <p:ph type="title"/>
          </p:nvPr>
        </p:nvSpPr>
        <p:spPr>
          <a:xfrm>
            <a:off x="527966" y="79119"/>
            <a:ext cx="8345261" cy="457318"/>
          </a:xfrm>
        </p:spPr>
        <p:txBody>
          <a:bodyPr>
            <a:noAutofit/>
          </a:bodyPr>
          <a:lstStyle/>
          <a:p>
            <a:r>
              <a:rPr lang="en-US" sz="3200">
                <a:latin typeface="Lato" panose="020F0502020204030203" pitchFamily="34" charset="0"/>
                <a:cs typeface="Lato" panose="020F0502020204030203" pitchFamily="34" charset="0"/>
              </a:rPr>
              <a:t>Triển khai hệ thống trên mô hình thực nghiệm</a:t>
            </a:r>
            <a:endParaRPr lang="en-US" sz="3200" dirty="0">
              <a:latin typeface="Lato" panose="020F0502020204030203" pitchFamily="34" charset="0"/>
              <a:cs typeface="Lato" panose="020F0502020204030203" pitchFamily="34" charset="0"/>
            </a:endParaRPr>
          </a:p>
        </p:txBody>
      </p:sp>
      <p:sp>
        <p:nvSpPr>
          <p:cNvPr id="4" name="Slide Number Placeholder 3">
            <a:extLst>
              <a:ext uri="{FF2B5EF4-FFF2-40B4-BE49-F238E27FC236}">
                <a16:creationId xmlns:a16="http://schemas.microsoft.com/office/drawing/2014/main" id="{C29FB439-1716-CA96-5F50-912A31E6F2DC}"/>
              </a:ext>
            </a:extLst>
          </p:cNvPr>
          <p:cNvSpPr>
            <a:spLocks noGrp="1"/>
          </p:cNvSpPr>
          <p:nvPr>
            <p:ph type="sldNum" sz="quarter" idx="4"/>
          </p:nvPr>
        </p:nvSpPr>
        <p:spPr/>
        <p:txBody>
          <a:bodyPr/>
          <a:lstStyle/>
          <a:p>
            <a:fld id="{D7016DB7-74C3-4088-91B2-8C513CF55A6C}" type="slidenum">
              <a:rPr lang="en-US" sz="1400" b="1" smtClean="0"/>
              <a:pPr/>
              <a:t>12</a:t>
            </a:fld>
            <a:endParaRPr lang="en-US" sz="1400" b="1"/>
          </a:p>
        </p:txBody>
      </p:sp>
      <p:sp>
        <p:nvSpPr>
          <p:cNvPr id="6" name="Rectangle 5">
            <a:extLst>
              <a:ext uri="{FF2B5EF4-FFF2-40B4-BE49-F238E27FC236}">
                <a16:creationId xmlns:a16="http://schemas.microsoft.com/office/drawing/2014/main" id="{48806BA5-F418-FB56-62CD-A884DF4492C6}"/>
              </a:ext>
            </a:extLst>
          </p:cNvPr>
          <p:cNvSpPr/>
          <p:nvPr/>
        </p:nvSpPr>
        <p:spPr>
          <a:xfrm>
            <a:off x="70819" y="33475"/>
            <a:ext cx="459792" cy="50296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latin typeface="Lato" panose="020F0502020204030203" pitchFamily="34" charset="0"/>
                <a:ea typeface="Lato" panose="020F0502020204030203" pitchFamily="34" charset="0"/>
                <a:cs typeface="Lato" panose="020F0502020204030203" pitchFamily="34" charset="0"/>
              </a:rPr>
              <a:t>3</a:t>
            </a:r>
          </a:p>
        </p:txBody>
      </p:sp>
      <p:sp>
        <p:nvSpPr>
          <p:cNvPr id="5" name="TextBox 4">
            <a:extLst>
              <a:ext uri="{FF2B5EF4-FFF2-40B4-BE49-F238E27FC236}">
                <a16:creationId xmlns:a16="http://schemas.microsoft.com/office/drawing/2014/main" id="{E990E3FE-1A77-A77F-4857-2C0DE0E5B8B0}"/>
              </a:ext>
            </a:extLst>
          </p:cNvPr>
          <p:cNvSpPr txBox="1"/>
          <p:nvPr/>
        </p:nvSpPr>
        <p:spPr>
          <a:xfrm>
            <a:off x="95440" y="541025"/>
            <a:ext cx="6101118" cy="400110"/>
          </a:xfrm>
          <a:prstGeom prst="rect">
            <a:avLst/>
          </a:prstGeom>
          <a:noFill/>
        </p:spPr>
        <p:txBody>
          <a:bodyPr wrap="square" rtlCol="0">
            <a:spAutoFit/>
          </a:bodyPr>
          <a:lstStyle/>
          <a:p>
            <a:r>
              <a:rPr lang="en-US" sz="2000" b="1">
                <a:latin typeface="Lato" panose="020F0502020204030203" pitchFamily="34" charset="0"/>
                <a:ea typeface="Lato" panose="020F0502020204030203" pitchFamily="34" charset="0"/>
                <a:cs typeface="Lato" panose="020F0502020204030203" pitchFamily="34" charset="0"/>
              </a:rPr>
              <a:t>3.2 Mô hình </a:t>
            </a:r>
            <a:r>
              <a:rPr lang="vi-VN" sz="2000" b="1">
                <a:latin typeface="Lato" panose="020F0502020204030203" pitchFamily="34" charset="0"/>
                <a:ea typeface="Lato" panose="020F0502020204030203" pitchFamily="34" charset="0"/>
                <a:cs typeface="Lato" panose="020F0502020204030203" pitchFamily="34" charset="0"/>
              </a:rPr>
              <a:t>thực nghiệm</a:t>
            </a:r>
          </a:p>
        </p:txBody>
      </p:sp>
      <p:graphicFrame>
        <p:nvGraphicFramePr>
          <p:cNvPr id="25" name="Object 24">
            <a:extLst>
              <a:ext uri="{FF2B5EF4-FFF2-40B4-BE49-F238E27FC236}">
                <a16:creationId xmlns:a16="http://schemas.microsoft.com/office/drawing/2014/main" id="{B97BEFEB-3360-34DD-1575-9BDC3867373B}"/>
              </a:ext>
            </a:extLst>
          </p:cNvPr>
          <p:cNvGraphicFramePr>
            <a:graphicFrameLocks noChangeAspect="1"/>
          </p:cNvGraphicFramePr>
          <p:nvPr>
            <p:extLst>
              <p:ext uri="{D42A27DB-BD31-4B8C-83A1-F6EECF244321}">
                <p14:modId xmlns:p14="http://schemas.microsoft.com/office/powerpoint/2010/main" val="515564420"/>
              </p:ext>
            </p:extLst>
          </p:nvPr>
        </p:nvGraphicFramePr>
        <p:xfrm>
          <a:off x="2778125" y="1104900"/>
          <a:ext cx="6626225" cy="4186238"/>
        </p:xfrm>
        <a:graphic>
          <a:graphicData uri="http://schemas.openxmlformats.org/presentationml/2006/ole">
            <mc:AlternateContent xmlns:mc="http://schemas.openxmlformats.org/markup-compatibility/2006">
              <mc:Choice xmlns:v="urn:schemas-microsoft-com:vml" Requires="v">
                <p:oleObj name="Visio" r:id="rId3" imgW="7825563" imgH="4945415" progId="Visio.Drawing.15">
                  <p:embed/>
                </p:oleObj>
              </mc:Choice>
              <mc:Fallback>
                <p:oleObj name="Visio" r:id="rId3" imgW="7825563" imgH="4945415" progId="Visio.Drawing.15">
                  <p:embed/>
                  <p:pic>
                    <p:nvPicPr>
                      <p:cNvPr id="25" name="Object 24">
                        <a:extLst>
                          <a:ext uri="{FF2B5EF4-FFF2-40B4-BE49-F238E27FC236}">
                            <a16:creationId xmlns:a16="http://schemas.microsoft.com/office/drawing/2014/main" id="{B97BEFEB-3360-34DD-1575-9BDC3867373B}"/>
                          </a:ext>
                        </a:extLst>
                      </p:cNvPr>
                      <p:cNvPicPr/>
                      <p:nvPr/>
                    </p:nvPicPr>
                    <p:blipFill>
                      <a:blip r:embed="rId4"/>
                      <a:stretch>
                        <a:fillRect/>
                      </a:stretch>
                    </p:blipFill>
                    <p:spPr>
                      <a:xfrm>
                        <a:off x="2778125" y="1104900"/>
                        <a:ext cx="6626225" cy="4186238"/>
                      </a:xfrm>
                      <a:prstGeom prst="rect">
                        <a:avLst/>
                      </a:prstGeom>
                    </p:spPr>
                  </p:pic>
                </p:oleObj>
              </mc:Fallback>
            </mc:AlternateContent>
          </a:graphicData>
        </a:graphic>
      </p:graphicFrame>
      <p:sp>
        <p:nvSpPr>
          <p:cNvPr id="26" name="AutoShape 8" descr="20UF 250V +5% Cbb61 Capacitor Fan Capacitor Motor Capacitor Air ...">
            <a:extLst>
              <a:ext uri="{FF2B5EF4-FFF2-40B4-BE49-F238E27FC236}">
                <a16:creationId xmlns:a16="http://schemas.microsoft.com/office/drawing/2014/main" id="{4BA28597-8E7F-4B0A-BC32-C22AD543D686}"/>
              </a:ext>
            </a:extLst>
          </p:cNvPr>
          <p:cNvSpPr>
            <a:spLocks noChangeAspect="1" noChangeArrowheads="1"/>
          </p:cNvSpPr>
          <p:nvPr/>
        </p:nvSpPr>
        <p:spPr bwMode="auto">
          <a:xfrm>
            <a:off x="6688959" y="391959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2000" b="1"/>
          </a:p>
        </p:txBody>
      </p:sp>
      <p:grpSp>
        <p:nvGrpSpPr>
          <p:cNvPr id="28" name="Group 27">
            <a:extLst>
              <a:ext uri="{FF2B5EF4-FFF2-40B4-BE49-F238E27FC236}">
                <a16:creationId xmlns:a16="http://schemas.microsoft.com/office/drawing/2014/main" id="{AE30206A-414E-224D-0D89-9E83A2EEE7E4}"/>
              </a:ext>
            </a:extLst>
          </p:cNvPr>
          <p:cNvGrpSpPr/>
          <p:nvPr/>
        </p:nvGrpSpPr>
        <p:grpSpPr>
          <a:xfrm>
            <a:off x="17107" y="4691351"/>
            <a:ext cx="2858636" cy="1082653"/>
            <a:chOff x="-241" y="4588758"/>
            <a:chExt cx="3004450" cy="999767"/>
          </a:xfrm>
        </p:grpSpPr>
        <p:sp>
          <p:nvSpPr>
            <p:cNvPr id="29" name="Rectangle 28">
              <a:extLst>
                <a:ext uri="{FF2B5EF4-FFF2-40B4-BE49-F238E27FC236}">
                  <a16:creationId xmlns:a16="http://schemas.microsoft.com/office/drawing/2014/main" id="{D559F59B-2807-AFF0-28E4-DB14BE276B4F}"/>
                </a:ext>
              </a:extLst>
            </p:cNvPr>
            <p:cNvSpPr/>
            <p:nvPr/>
          </p:nvSpPr>
          <p:spPr>
            <a:xfrm>
              <a:off x="49155" y="4588758"/>
              <a:ext cx="2817995" cy="999767"/>
            </a:xfrm>
            <a:prstGeom prst="rect">
              <a:avLst/>
            </a:prstGeom>
            <a:solidFill>
              <a:schemeClr val="bg1"/>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a:p>
          </p:txBody>
        </p:sp>
        <p:pic>
          <p:nvPicPr>
            <p:cNvPr id="30" name="Picture 29">
              <a:extLst>
                <a:ext uri="{FF2B5EF4-FFF2-40B4-BE49-F238E27FC236}">
                  <a16:creationId xmlns:a16="http://schemas.microsoft.com/office/drawing/2014/main" id="{A3742311-CB53-FA7C-D75C-FB18BB0CF7D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4114" b="98418" l="9916" r="89241">
                          <a14:foregroundMark x1="68354" y1="93354" x2="71308" y2="94304"/>
                          <a14:foregroundMark x1="70253" y1="98734" x2="70253" y2="98734"/>
                          <a14:foregroundMark x1="36076" y1="11709" x2="31857" y2="9494"/>
                          <a14:foregroundMark x1="31435" y1="8861" x2="30169" y2="6329"/>
                          <a14:foregroundMark x1="29747" y1="5380" x2="29536" y2="4114"/>
                          <a14:foregroundMark x1="78692" y1="57278" x2="82911" y2="60443"/>
                          <a14:foregroundMark x1="77426" y1="55380" x2="83755" y2="60127"/>
                        </a14:backgroundRemoval>
                      </a14:imgEffect>
                    </a14:imgLayer>
                  </a14:imgProps>
                </a:ext>
              </a:extLst>
            </a:blip>
            <a:stretch>
              <a:fillRect/>
            </a:stretch>
          </p:blipFill>
          <p:spPr>
            <a:xfrm>
              <a:off x="1310079" y="5065190"/>
              <a:ext cx="752498" cy="501665"/>
            </a:xfrm>
            <a:prstGeom prst="rect">
              <a:avLst/>
            </a:prstGeom>
          </p:spPr>
        </p:pic>
        <p:sp>
          <p:nvSpPr>
            <p:cNvPr id="32" name="TextBox 31">
              <a:extLst>
                <a:ext uri="{FF2B5EF4-FFF2-40B4-BE49-F238E27FC236}">
                  <a16:creationId xmlns:a16="http://schemas.microsoft.com/office/drawing/2014/main" id="{F7449CF9-4234-BA40-5AE3-3071C03F1867}"/>
                </a:ext>
              </a:extLst>
            </p:cNvPr>
            <p:cNvSpPr txBox="1"/>
            <p:nvPr/>
          </p:nvSpPr>
          <p:spPr>
            <a:xfrm>
              <a:off x="-241" y="4800526"/>
              <a:ext cx="1363610" cy="284214"/>
            </a:xfrm>
            <a:prstGeom prst="rect">
              <a:avLst/>
            </a:prstGeom>
            <a:noFill/>
          </p:spPr>
          <p:txBody>
            <a:bodyPr wrap="square" rtlCol="0">
              <a:spAutoFit/>
            </a:bodyPr>
            <a:lstStyle/>
            <a:p>
              <a:r>
                <a:rPr lang="en-US" sz="1400" b="1" dirty="0" err="1">
                  <a:solidFill>
                    <a:srgbClr val="0070C0"/>
                  </a:solidFill>
                  <a:latin typeface="Lexend" pitchFamily="2" charset="0"/>
                </a:rPr>
                <a:t>SKM75GB176D</a:t>
              </a:r>
              <a:endParaRPr lang="en-US" sz="1400" b="1" dirty="0">
                <a:solidFill>
                  <a:srgbClr val="0070C0"/>
                </a:solidFill>
                <a:latin typeface="Lexend" pitchFamily="2" charset="0"/>
              </a:endParaRPr>
            </a:p>
          </p:txBody>
        </p:sp>
        <p:sp>
          <p:nvSpPr>
            <p:cNvPr id="33" name="TextBox 32">
              <a:extLst>
                <a:ext uri="{FF2B5EF4-FFF2-40B4-BE49-F238E27FC236}">
                  <a16:creationId xmlns:a16="http://schemas.microsoft.com/office/drawing/2014/main" id="{AEC1B66C-917D-BE26-4C89-5EDBAC054E53}"/>
                </a:ext>
              </a:extLst>
            </p:cNvPr>
            <p:cNvSpPr txBox="1"/>
            <p:nvPr/>
          </p:nvSpPr>
          <p:spPr>
            <a:xfrm>
              <a:off x="1279599" y="4827780"/>
              <a:ext cx="1651983" cy="241582"/>
            </a:xfrm>
            <a:prstGeom prst="rect">
              <a:avLst/>
            </a:prstGeom>
            <a:noFill/>
          </p:spPr>
          <p:txBody>
            <a:bodyPr wrap="square" rtlCol="0">
              <a:spAutoFit/>
            </a:bodyPr>
            <a:lstStyle/>
            <a:p>
              <a:r>
                <a:rPr lang="en-US" sz="1050" b="1" dirty="0">
                  <a:solidFill>
                    <a:srgbClr val="FF0000"/>
                  </a:solidFill>
                  <a:latin typeface="Lexend" pitchFamily="2" charset="0"/>
                </a:rPr>
                <a:t>Half-bridge, </a:t>
              </a:r>
              <a:r>
                <a:rPr lang="en-US" sz="1050" b="1" dirty="0" err="1">
                  <a:solidFill>
                    <a:srgbClr val="FF0000"/>
                  </a:solidFill>
                  <a:latin typeface="Lexend" pitchFamily="2" charset="0"/>
                </a:rPr>
                <a:t>1700V</a:t>
              </a:r>
              <a:r>
                <a:rPr lang="en-US" sz="1050" b="1" dirty="0">
                  <a:solidFill>
                    <a:srgbClr val="FF0000"/>
                  </a:solidFill>
                  <a:latin typeface="Lexend" pitchFamily="2" charset="0"/>
                </a:rPr>
                <a:t>, </a:t>
              </a:r>
              <a:r>
                <a:rPr lang="en-US" sz="1050" b="1" dirty="0" err="1">
                  <a:solidFill>
                    <a:srgbClr val="FF0000"/>
                  </a:solidFill>
                  <a:latin typeface="Lexend" pitchFamily="2" charset="0"/>
                </a:rPr>
                <a:t>50A</a:t>
              </a:r>
              <a:endParaRPr lang="en-US" sz="1050" b="1" dirty="0">
                <a:solidFill>
                  <a:srgbClr val="FF0000"/>
                </a:solidFill>
                <a:latin typeface="Lexend" pitchFamily="2" charset="0"/>
              </a:endParaRPr>
            </a:p>
          </p:txBody>
        </p:sp>
        <p:sp>
          <p:nvSpPr>
            <p:cNvPr id="34" name="TextBox 33">
              <a:extLst>
                <a:ext uri="{FF2B5EF4-FFF2-40B4-BE49-F238E27FC236}">
                  <a16:creationId xmlns:a16="http://schemas.microsoft.com/office/drawing/2014/main" id="{66E7F9E2-4564-70A9-7F32-69D5CF757BF4}"/>
                </a:ext>
              </a:extLst>
            </p:cNvPr>
            <p:cNvSpPr txBox="1"/>
            <p:nvPr/>
          </p:nvSpPr>
          <p:spPr>
            <a:xfrm>
              <a:off x="27098" y="5074001"/>
              <a:ext cx="1663016" cy="497374"/>
            </a:xfrm>
            <a:prstGeom prst="rect">
              <a:avLst/>
            </a:prstGeom>
            <a:noFill/>
          </p:spPr>
          <p:txBody>
            <a:bodyPr wrap="square" rtlCol="0">
              <a:spAutoFit/>
            </a:bodyPr>
            <a:lstStyle/>
            <a:p>
              <a:pPr>
                <a:spcBef>
                  <a:spcPts val="600"/>
                </a:spcBef>
                <a:spcAft>
                  <a:spcPts val="600"/>
                </a:spcAft>
              </a:pPr>
              <a:r>
                <a:rPr lang="en-US" sz="1200" b="1" dirty="0">
                  <a:latin typeface="Lexend" pitchFamily="2" charset="0"/>
                </a:rPr>
                <a:t>Peak Voltage: </a:t>
              </a:r>
              <a:r>
                <a:rPr lang="en-US" sz="1200" b="1" dirty="0" err="1">
                  <a:latin typeface="Lexend" pitchFamily="2" charset="0"/>
                </a:rPr>
                <a:t>100V</a:t>
              </a:r>
              <a:endParaRPr lang="en-US" sz="1200" b="1" dirty="0">
                <a:latin typeface="Lexend" pitchFamily="2" charset="0"/>
              </a:endParaRPr>
            </a:p>
            <a:p>
              <a:pPr>
                <a:spcAft>
                  <a:spcPts val="600"/>
                </a:spcAft>
              </a:pPr>
              <a:r>
                <a:rPr lang="en-US" sz="1200" b="1" dirty="0">
                  <a:latin typeface="Lexend" pitchFamily="2" charset="0"/>
                </a:rPr>
                <a:t>Peak Current: </a:t>
              </a:r>
              <a:r>
                <a:rPr lang="en-US" sz="1200" b="1" dirty="0" err="1">
                  <a:latin typeface="Lexend" pitchFamily="2" charset="0"/>
                </a:rPr>
                <a:t>4A</a:t>
              </a:r>
              <a:endParaRPr lang="en-US" sz="1200" b="1" dirty="0">
                <a:latin typeface="Lexend" pitchFamily="2" charset="0"/>
              </a:endParaRPr>
            </a:p>
          </p:txBody>
        </p:sp>
        <p:sp>
          <p:nvSpPr>
            <p:cNvPr id="37" name="TextBox 36">
              <a:extLst>
                <a:ext uri="{FF2B5EF4-FFF2-40B4-BE49-F238E27FC236}">
                  <a16:creationId xmlns:a16="http://schemas.microsoft.com/office/drawing/2014/main" id="{08527E2A-1CF2-0411-D381-10DD4FB970EF}"/>
                </a:ext>
              </a:extLst>
            </p:cNvPr>
            <p:cNvSpPr txBox="1"/>
            <p:nvPr/>
          </p:nvSpPr>
          <p:spPr>
            <a:xfrm>
              <a:off x="1967888" y="5065191"/>
              <a:ext cx="1036321" cy="497374"/>
            </a:xfrm>
            <a:prstGeom prst="rect">
              <a:avLst/>
            </a:prstGeom>
            <a:noFill/>
          </p:spPr>
          <p:txBody>
            <a:bodyPr wrap="square" rtlCol="0">
              <a:spAutoFit/>
            </a:bodyPr>
            <a:lstStyle/>
            <a:p>
              <a:pPr>
                <a:spcAft>
                  <a:spcPts val="600"/>
                </a:spcAft>
              </a:pPr>
              <a:r>
                <a:rPr lang="en-US" sz="1200" b="1" dirty="0" err="1">
                  <a:latin typeface="Lexend" pitchFamily="2" charset="0"/>
                </a:rPr>
                <a:t>LxWxH</a:t>
              </a:r>
              <a:r>
                <a:rPr lang="en-US" sz="1200" b="1" dirty="0">
                  <a:latin typeface="Lexend" pitchFamily="2" charset="0"/>
                </a:rPr>
                <a:t>(mm)</a:t>
              </a:r>
            </a:p>
            <a:p>
              <a:pPr>
                <a:spcAft>
                  <a:spcPts val="600"/>
                </a:spcAft>
              </a:pPr>
              <a:r>
                <a:rPr lang="en-US" sz="1200" b="1" dirty="0" err="1">
                  <a:latin typeface="Lexend" pitchFamily="2" charset="0"/>
                </a:rPr>
                <a:t>94x34x30</a:t>
              </a:r>
              <a:endParaRPr lang="en-US" sz="1200" b="1" dirty="0">
                <a:latin typeface="Lexend" pitchFamily="2" charset="0"/>
              </a:endParaRPr>
            </a:p>
          </p:txBody>
        </p:sp>
        <p:grpSp>
          <p:nvGrpSpPr>
            <p:cNvPr id="43" name="Group 42">
              <a:extLst>
                <a:ext uri="{FF2B5EF4-FFF2-40B4-BE49-F238E27FC236}">
                  <a16:creationId xmlns:a16="http://schemas.microsoft.com/office/drawing/2014/main" id="{0EE116D0-FE04-55B6-210F-B5AF24B846EC}"/>
                </a:ext>
              </a:extLst>
            </p:cNvPr>
            <p:cNvGrpSpPr/>
            <p:nvPr/>
          </p:nvGrpSpPr>
          <p:grpSpPr>
            <a:xfrm>
              <a:off x="97804" y="4605195"/>
              <a:ext cx="1576244" cy="264665"/>
              <a:chOff x="495785" y="5641882"/>
              <a:chExt cx="1576244" cy="264665"/>
            </a:xfrm>
          </p:grpSpPr>
          <p:grpSp>
            <p:nvGrpSpPr>
              <p:cNvPr id="44" name="Group 43">
                <a:extLst>
                  <a:ext uri="{FF2B5EF4-FFF2-40B4-BE49-F238E27FC236}">
                    <a16:creationId xmlns:a16="http://schemas.microsoft.com/office/drawing/2014/main" id="{8A504434-E222-A5FE-5B71-5B2D3E77D056}"/>
                  </a:ext>
                </a:extLst>
              </p:cNvPr>
              <p:cNvGrpSpPr/>
              <p:nvPr/>
            </p:nvGrpSpPr>
            <p:grpSpPr>
              <a:xfrm>
                <a:off x="495785" y="5641882"/>
                <a:ext cx="179070" cy="255792"/>
                <a:chOff x="5146501" y="5260657"/>
                <a:chExt cx="179070" cy="255792"/>
              </a:xfrm>
            </p:grpSpPr>
            <p:sp>
              <p:nvSpPr>
                <p:cNvPr id="46" name="Oval 45">
                  <a:extLst>
                    <a:ext uri="{FF2B5EF4-FFF2-40B4-BE49-F238E27FC236}">
                      <a16:creationId xmlns:a16="http://schemas.microsoft.com/office/drawing/2014/main" id="{C8EA7AA1-5EFD-64FE-5880-9177F143C353}"/>
                    </a:ext>
                  </a:extLst>
                </p:cNvPr>
                <p:cNvSpPr/>
                <p:nvPr/>
              </p:nvSpPr>
              <p:spPr>
                <a:xfrm>
                  <a:off x="5146501" y="5303832"/>
                  <a:ext cx="179070" cy="17907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a:p>
              </p:txBody>
            </p:sp>
            <p:sp>
              <p:nvSpPr>
                <p:cNvPr id="47" name="TextBox 46">
                  <a:extLst>
                    <a:ext uri="{FF2B5EF4-FFF2-40B4-BE49-F238E27FC236}">
                      <a16:creationId xmlns:a16="http://schemas.microsoft.com/office/drawing/2014/main" id="{82AF6C60-58C9-E774-22F6-CB0E95A7A596}"/>
                    </a:ext>
                  </a:extLst>
                </p:cNvPr>
                <p:cNvSpPr txBox="1"/>
                <p:nvPr/>
              </p:nvSpPr>
              <p:spPr>
                <a:xfrm>
                  <a:off x="5173171" y="5260657"/>
                  <a:ext cx="59055" cy="255792"/>
                </a:xfrm>
                <a:prstGeom prst="rect">
                  <a:avLst/>
                </a:prstGeom>
                <a:noFill/>
              </p:spPr>
              <p:txBody>
                <a:bodyPr wrap="square" rtlCol="0">
                  <a:spAutoFit/>
                </a:bodyPr>
                <a:lstStyle/>
                <a:p>
                  <a:r>
                    <a:rPr lang="en-US" sz="1200" b="1" dirty="0">
                      <a:solidFill>
                        <a:srgbClr val="FF0000"/>
                      </a:solidFill>
                    </a:rPr>
                    <a:t>2</a:t>
                  </a:r>
                </a:p>
              </p:txBody>
            </p:sp>
          </p:grpSp>
          <p:sp>
            <p:nvSpPr>
              <p:cNvPr id="45" name="TextBox 44">
                <a:extLst>
                  <a:ext uri="{FF2B5EF4-FFF2-40B4-BE49-F238E27FC236}">
                    <a16:creationId xmlns:a16="http://schemas.microsoft.com/office/drawing/2014/main" id="{4BE2C5A2-BDB7-FFCD-5F5E-9CFF409E2DF4}"/>
                  </a:ext>
                </a:extLst>
              </p:cNvPr>
              <p:cNvSpPr txBox="1"/>
              <p:nvPr/>
            </p:nvSpPr>
            <p:spPr>
              <a:xfrm>
                <a:off x="650007" y="5664965"/>
                <a:ext cx="1422022" cy="241582"/>
              </a:xfrm>
              <a:prstGeom prst="rect">
                <a:avLst/>
              </a:prstGeom>
              <a:noFill/>
            </p:spPr>
            <p:txBody>
              <a:bodyPr wrap="square" rtlCol="0">
                <a:spAutoFit/>
              </a:bodyPr>
              <a:lstStyle/>
              <a:p>
                <a:pPr>
                  <a:spcAft>
                    <a:spcPts val="600"/>
                  </a:spcAft>
                </a:pPr>
                <a:r>
                  <a:rPr lang="en-US" sz="1050" b="1" dirty="0">
                    <a:latin typeface="Lexend" pitchFamily="2" charset="0"/>
                  </a:rPr>
                  <a:t>Dual-IGBT Module</a:t>
                </a:r>
              </a:p>
            </p:txBody>
          </p:sp>
        </p:grpSp>
      </p:grpSp>
      <p:grpSp>
        <p:nvGrpSpPr>
          <p:cNvPr id="48" name="Group 47">
            <a:extLst>
              <a:ext uri="{FF2B5EF4-FFF2-40B4-BE49-F238E27FC236}">
                <a16:creationId xmlns:a16="http://schemas.microsoft.com/office/drawing/2014/main" id="{B6AD06D0-8DAD-FEC0-04B1-E5521E0D4732}"/>
              </a:ext>
            </a:extLst>
          </p:cNvPr>
          <p:cNvGrpSpPr/>
          <p:nvPr/>
        </p:nvGrpSpPr>
        <p:grpSpPr>
          <a:xfrm>
            <a:off x="8724137" y="5188241"/>
            <a:ext cx="3437792" cy="1027354"/>
            <a:chOff x="8704249" y="5189459"/>
            <a:chExt cx="3437792" cy="1027354"/>
          </a:xfrm>
        </p:grpSpPr>
        <p:sp>
          <p:nvSpPr>
            <p:cNvPr id="49" name="Rectangle 48">
              <a:extLst>
                <a:ext uri="{FF2B5EF4-FFF2-40B4-BE49-F238E27FC236}">
                  <a16:creationId xmlns:a16="http://schemas.microsoft.com/office/drawing/2014/main" id="{8B17D91C-B543-47E7-30E5-2359A2E338C2}"/>
                </a:ext>
              </a:extLst>
            </p:cNvPr>
            <p:cNvSpPr/>
            <p:nvPr/>
          </p:nvSpPr>
          <p:spPr>
            <a:xfrm>
              <a:off x="8741455" y="5212543"/>
              <a:ext cx="3261048" cy="939458"/>
            </a:xfrm>
            <a:prstGeom prst="rect">
              <a:avLst/>
            </a:prstGeom>
            <a:solidFill>
              <a:schemeClr val="bg1"/>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p>
          </p:txBody>
        </p:sp>
        <p:sp>
          <p:nvSpPr>
            <p:cNvPr id="50" name="TextBox 49">
              <a:extLst>
                <a:ext uri="{FF2B5EF4-FFF2-40B4-BE49-F238E27FC236}">
                  <a16:creationId xmlns:a16="http://schemas.microsoft.com/office/drawing/2014/main" id="{203F5288-4FE4-21C6-0B8B-7DA260A520F7}"/>
                </a:ext>
              </a:extLst>
            </p:cNvPr>
            <p:cNvSpPr txBox="1"/>
            <p:nvPr/>
          </p:nvSpPr>
          <p:spPr>
            <a:xfrm>
              <a:off x="8704249" y="5419760"/>
              <a:ext cx="1946890" cy="338554"/>
            </a:xfrm>
            <a:prstGeom prst="rect">
              <a:avLst/>
            </a:prstGeom>
            <a:noFill/>
          </p:spPr>
          <p:txBody>
            <a:bodyPr wrap="square" rtlCol="0">
              <a:spAutoFit/>
            </a:bodyPr>
            <a:lstStyle/>
            <a:p>
              <a:r>
                <a:rPr lang="en-US" sz="1600" b="1" dirty="0" err="1">
                  <a:solidFill>
                    <a:srgbClr val="0070C0"/>
                  </a:solidFill>
                  <a:latin typeface="Lexend" pitchFamily="2" charset="0"/>
                </a:rPr>
                <a:t>MKP1847C</a:t>
              </a:r>
              <a:r>
                <a:rPr lang="en-US" sz="1600" b="1" dirty="0">
                  <a:solidFill>
                    <a:srgbClr val="0070C0"/>
                  </a:solidFill>
                  <a:latin typeface="Lexend" pitchFamily="2" charset="0"/>
                </a:rPr>
                <a:t> 620 255</a:t>
              </a:r>
            </a:p>
          </p:txBody>
        </p:sp>
        <p:sp>
          <p:nvSpPr>
            <p:cNvPr id="51" name="TextBox 50">
              <a:extLst>
                <a:ext uri="{FF2B5EF4-FFF2-40B4-BE49-F238E27FC236}">
                  <a16:creationId xmlns:a16="http://schemas.microsoft.com/office/drawing/2014/main" id="{A6F6C9C7-5678-7857-7F47-60732CDFD5F9}"/>
                </a:ext>
              </a:extLst>
            </p:cNvPr>
            <p:cNvSpPr txBox="1"/>
            <p:nvPr/>
          </p:nvSpPr>
          <p:spPr>
            <a:xfrm>
              <a:off x="10438577" y="5436553"/>
              <a:ext cx="1651983" cy="261610"/>
            </a:xfrm>
            <a:prstGeom prst="rect">
              <a:avLst/>
            </a:prstGeom>
            <a:noFill/>
          </p:spPr>
          <p:txBody>
            <a:bodyPr wrap="square" rtlCol="0">
              <a:spAutoFit/>
            </a:bodyPr>
            <a:lstStyle/>
            <a:p>
              <a:r>
                <a:rPr lang="en-US" sz="1100" b="1" dirty="0" err="1">
                  <a:solidFill>
                    <a:srgbClr val="FF0000"/>
                  </a:solidFill>
                  <a:latin typeface="Lexend" pitchFamily="2" charset="0"/>
                </a:rPr>
                <a:t>250V</a:t>
              </a:r>
              <a:r>
                <a:rPr lang="en-US" sz="1100" b="1" dirty="0">
                  <a:solidFill>
                    <a:srgbClr val="FF0000"/>
                  </a:solidFill>
                  <a:latin typeface="Lexend" pitchFamily="2" charset="0"/>
                </a:rPr>
                <a:t>, </a:t>
              </a:r>
              <a:r>
                <a:rPr lang="en-US" sz="1100" b="1" dirty="0" err="1">
                  <a:solidFill>
                    <a:srgbClr val="FF0000"/>
                  </a:solidFill>
                  <a:latin typeface="Lexend" pitchFamily="2" charset="0"/>
                </a:rPr>
                <a:t>20uF</a:t>
              </a:r>
              <a:r>
                <a:rPr lang="en-US" sz="1100" b="1" dirty="0">
                  <a:solidFill>
                    <a:srgbClr val="FF0000"/>
                  </a:solidFill>
                  <a:latin typeface="Lexend" pitchFamily="2" charset="0"/>
                </a:rPr>
                <a:t>, </a:t>
              </a:r>
              <a:r>
                <a:rPr lang="en-US" sz="1100" b="1" dirty="0" err="1">
                  <a:solidFill>
                    <a:srgbClr val="FF0000"/>
                  </a:solidFill>
                  <a:latin typeface="Lexend" pitchFamily="2" charset="0"/>
                </a:rPr>
                <a:t>100A</a:t>
              </a:r>
              <a:endParaRPr lang="en-US" sz="1100" b="1" dirty="0">
                <a:solidFill>
                  <a:srgbClr val="FF0000"/>
                </a:solidFill>
                <a:latin typeface="Lexend" pitchFamily="2" charset="0"/>
              </a:endParaRPr>
            </a:p>
          </p:txBody>
        </p:sp>
        <p:sp>
          <p:nvSpPr>
            <p:cNvPr id="52" name="TextBox 51">
              <a:extLst>
                <a:ext uri="{FF2B5EF4-FFF2-40B4-BE49-F238E27FC236}">
                  <a16:creationId xmlns:a16="http://schemas.microsoft.com/office/drawing/2014/main" id="{B2ECD3EE-9921-791E-BA32-33EAB70E6F3E}"/>
                </a:ext>
              </a:extLst>
            </p:cNvPr>
            <p:cNvSpPr txBox="1"/>
            <p:nvPr/>
          </p:nvSpPr>
          <p:spPr>
            <a:xfrm>
              <a:off x="8719398" y="5674947"/>
              <a:ext cx="2044930" cy="538609"/>
            </a:xfrm>
            <a:prstGeom prst="rect">
              <a:avLst/>
            </a:prstGeom>
            <a:noFill/>
          </p:spPr>
          <p:txBody>
            <a:bodyPr wrap="square" rtlCol="0">
              <a:spAutoFit/>
            </a:bodyPr>
            <a:lstStyle/>
            <a:p>
              <a:pPr>
                <a:spcBef>
                  <a:spcPts val="600"/>
                </a:spcBef>
                <a:spcAft>
                  <a:spcPts val="600"/>
                </a:spcAft>
              </a:pPr>
              <a:r>
                <a:rPr lang="en-US" sz="1200" b="1" dirty="0">
                  <a:latin typeface="Lexend" pitchFamily="2" charset="0"/>
                </a:rPr>
                <a:t>AC Peak Voltage RMS: </a:t>
              </a:r>
              <a:r>
                <a:rPr lang="en-US" sz="1200" b="1" dirty="0" err="1">
                  <a:latin typeface="Lexend" pitchFamily="2" charset="0"/>
                </a:rPr>
                <a:t>90V</a:t>
              </a:r>
              <a:endParaRPr lang="en-US" sz="1200" b="1" dirty="0">
                <a:latin typeface="Lexend" pitchFamily="2" charset="0"/>
              </a:endParaRPr>
            </a:p>
            <a:p>
              <a:pPr>
                <a:spcAft>
                  <a:spcPts val="600"/>
                </a:spcAft>
              </a:pPr>
              <a:r>
                <a:rPr lang="en-US" sz="1200" b="1" dirty="0">
                  <a:latin typeface="Lexend" pitchFamily="2" charset="0"/>
                </a:rPr>
                <a:t>AC Peak Current RMS: </a:t>
              </a:r>
              <a:r>
                <a:rPr lang="en-US" sz="1200" b="1" dirty="0" err="1">
                  <a:latin typeface="Lexend" pitchFamily="2" charset="0"/>
                </a:rPr>
                <a:t>2A</a:t>
              </a:r>
              <a:endParaRPr lang="en-US" sz="1200" b="1" dirty="0">
                <a:latin typeface="Lexend" pitchFamily="2" charset="0"/>
              </a:endParaRPr>
            </a:p>
          </p:txBody>
        </p:sp>
        <p:sp>
          <p:nvSpPr>
            <p:cNvPr id="53" name="TextBox 52">
              <a:extLst>
                <a:ext uri="{FF2B5EF4-FFF2-40B4-BE49-F238E27FC236}">
                  <a16:creationId xmlns:a16="http://schemas.microsoft.com/office/drawing/2014/main" id="{AE867331-0384-B2A6-B090-08653E38BD3E}"/>
                </a:ext>
              </a:extLst>
            </p:cNvPr>
            <p:cNvSpPr txBox="1"/>
            <p:nvPr/>
          </p:nvSpPr>
          <p:spPr>
            <a:xfrm>
              <a:off x="11105720" y="5678204"/>
              <a:ext cx="1036321" cy="538609"/>
            </a:xfrm>
            <a:prstGeom prst="rect">
              <a:avLst/>
            </a:prstGeom>
            <a:noFill/>
          </p:spPr>
          <p:txBody>
            <a:bodyPr wrap="square" rtlCol="0">
              <a:spAutoFit/>
            </a:bodyPr>
            <a:lstStyle/>
            <a:p>
              <a:pPr>
                <a:spcAft>
                  <a:spcPts val="600"/>
                </a:spcAft>
              </a:pPr>
              <a:r>
                <a:rPr lang="en-US" sz="1200" b="1" dirty="0" err="1">
                  <a:latin typeface="Lexend" pitchFamily="2" charset="0"/>
                </a:rPr>
                <a:t>LxWxH</a:t>
              </a:r>
              <a:r>
                <a:rPr lang="en-US" sz="1200" b="1" dirty="0">
                  <a:latin typeface="Lexend" pitchFamily="2" charset="0"/>
                </a:rPr>
                <a:t>(mm)</a:t>
              </a:r>
            </a:p>
            <a:p>
              <a:pPr>
                <a:spcAft>
                  <a:spcPts val="600"/>
                </a:spcAft>
              </a:pPr>
              <a:r>
                <a:rPr lang="en-US" sz="1200" b="1" dirty="0" err="1">
                  <a:latin typeface="Lexend" pitchFamily="2" charset="0"/>
                </a:rPr>
                <a:t>42x30x45</a:t>
              </a:r>
              <a:endParaRPr lang="en-US" sz="1200" b="1" dirty="0">
                <a:latin typeface="Lexend" pitchFamily="2" charset="0"/>
              </a:endParaRPr>
            </a:p>
          </p:txBody>
        </p:sp>
        <p:pic>
          <p:nvPicPr>
            <p:cNvPr id="54" name="Picture 53">
              <a:extLst>
                <a:ext uri="{FF2B5EF4-FFF2-40B4-BE49-F238E27FC236}">
                  <a16:creationId xmlns:a16="http://schemas.microsoft.com/office/drawing/2014/main" id="{2AC9A1C1-DBF7-3B95-BD85-F40DF59CA737}"/>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21519" b="77848" l="13924" r="82068">
                          <a14:foregroundMark x1="73207" y1="32700" x2="73207" y2="32700"/>
                          <a14:foregroundMark x1="73840" y1="35443" x2="73840" y2="35443"/>
                          <a14:foregroundMark x1="52321" y1="30380" x2="52321" y2="30380"/>
                          <a14:foregroundMark x1="40506" y1="28059" x2="40506" y2="28059"/>
                          <a14:foregroundMark x1="23840" y1="26793" x2="23840" y2="26793"/>
                          <a14:foregroundMark x1="22996" y1="22574" x2="22996" y2="22574"/>
                          <a14:foregroundMark x1="46203" y1="29325" x2="46203" y2="29325"/>
                          <a14:foregroundMark x1="43460" y1="28692" x2="43460" y2="28692"/>
                          <a14:foregroundMark x1="45359" y1="29747" x2="45359" y2="29747"/>
                          <a14:foregroundMark x1="46624" y1="29325" x2="46624" y2="29325"/>
                          <a14:foregroundMark x1="73418" y1="30802" x2="73418" y2="30802"/>
                          <a14:foregroundMark x1="43671" y1="28692" x2="47257" y2="29747"/>
                          <a14:foregroundMark x1="51899" y1="29536" x2="43038" y2="28059"/>
                          <a14:foregroundMark x1="22996" y1="22574" x2="24051" y2="23207"/>
                          <a14:foregroundMark x1="22785" y1="21519" x2="23629" y2="22785"/>
                          <a14:foregroundMark x1="13924" y1="35232" x2="14346" y2="38608"/>
                        </a14:backgroundRemoval>
                      </a14:imgEffect>
                    </a14:imgLayer>
                  </a14:imgProps>
                </a:ext>
              </a:extLst>
            </a:blip>
            <a:srcRect l="6028" t="18991" r="9467" b="15129"/>
            <a:stretch>
              <a:fillRect/>
            </a:stretch>
          </p:blipFill>
          <p:spPr>
            <a:xfrm>
              <a:off x="10495260" y="5640311"/>
              <a:ext cx="719121" cy="560637"/>
            </a:xfrm>
            <a:prstGeom prst="rect">
              <a:avLst/>
            </a:prstGeom>
          </p:spPr>
        </p:pic>
        <p:grpSp>
          <p:nvGrpSpPr>
            <p:cNvPr id="55" name="Group 54">
              <a:extLst>
                <a:ext uri="{FF2B5EF4-FFF2-40B4-BE49-F238E27FC236}">
                  <a16:creationId xmlns:a16="http://schemas.microsoft.com/office/drawing/2014/main" id="{1C07A26C-2C05-4AA8-2A8E-1B2C07EE81E3}"/>
                </a:ext>
              </a:extLst>
            </p:cNvPr>
            <p:cNvGrpSpPr/>
            <p:nvPr/>
          </p:nvGrpSpPr>
          <p:grpSpPr>
            <a:xfrm>
              <a:off x="9562167" y="5189459"/>
              <a:ext cx="1476253" cy="307777"/>
              <a:chOff x="9567247" y="5138659"/>
              <a:chExt cx="1476253" cy="307777"/>
            </a:xfrm>
          </p:grpSpPr>
          <p:grpSp>
            <p:nvGrpSpPr>
              <p:cNvPr id="56" name="Group 55">
                <a:extLst>
                  <a:ext uri="{FF2B5EF4-FFF2-40B4-BE49-F238E27FC236}">
                    <a16:creationId xmlns:a16="http://schemas.microsoft.com/office/drawing/2014/main" id="{345AEE95-3497-5AD2-24BF-18B641F1C8EE}"/>
                  </a:ext>
                </a:extLst>
              </p:cNvPr>
              <p:cNvGrpSpPr/>
              <p:nvPr/>
            </p:nvGrpSpPr>
            <p:grpSpPr>
              <a:xfrm>
                <a:off x="9567247" y="5138659"/>
                <a:ext cx="179070" cy="307777"/>
                <a:chOff x="5146501" y="5260657"/>
                <a:chExt cx="179070" cy="307777"/>
              </a:xfrm>
            </p:grpSpPr>
            <p:sp>
              <p:nvSpPr>
                <p:cNvPr id="58" name="Oval 57">
                  <a:extLst>
                    <a:ext uri="{FF2B5EF4-FFF2-40B4-BE49-F238E27FC236}">
                      <a16:creationId xmlns:a16="http://schemas.microsoft.com/office/drawing/2014/main" id="{EC8BE9C3-ABB7-92F9-6389-F984F5392AF4}"/>
                    </a:ext>
                  </a:extLst>
                </p:cNvPr>
                <p:cNvSpPr/>
                <p:nvPr/>
              </p:nvSpPr>
              <p:spPr>
                <a:xfrm>
                  <a:off x="5146501" y="5303832"/>
                  <a:ext cx="179070" cy="17907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p>
              </p:txBody>
            </p:sp>
            <p:sp>
              <p:nvSpPr>
                <p:cNvPr id="59" name="TextBox 58">
                  <a:extLst>
                    <a:ext uri="{FF2B5EF4-FFF2-40B4-BE49-F238E27FC236}">
                      <a16:creationId xmlns:a16="http://schemas.microsoft.com/office/drawing/2014/main" id="{5115A752-EB1B-0533-FA20-D461C7A2A627}"/>
                    </a:ext>
                  </a:extLst>
                </p:cNvPr>
                <p:cNvSpPr txBox="1"/>
                <p:nvPr/>
              </p:nvSpPr>
              <p:spPr>
                <a:xfrm>
                  <a:off x="5173171" y="5260657"/>
                  <a:ext cx="59055" cy="307777"/>
                </a:xfrm>
                <a:prstGeom prst="rect">
                  <a:avLst/>
                </a:prstGeom>
                <a:noFill/>
              </p:spPr>
              <p:txBody>
                <a:bodyPr wrap="square" rtlCol="0">
                  <a:spAutoFit/>
                </a:bodyPr>
                <a:lstStyle/>
                <a:p>
                  <a:r>
                    <a:rPr lang="en-US" sz="1400" b="1" dirty="0">
                      <a:solidFill>
                        <a:srgbClr val="FF0000"/>
                      </a:solidFill>
                    </a:rPr>
                    <a:t>4</a:t>
                  </a:r>
                </a:p>
              </p:txBody>
            </p:sp>
          </p:grpSp>
          <p:sp>
            <p:nvSpPr>
              <p:cNvPr id="57" name="TextBox 56">
                <a:extLst>
                  <a:ext uri="{FF2B5EF4-FFF2-40B4-BE49-F238E27FC236}">
                    <a16:creationId xmlns:a16="http://schemas.microsoft.com/office/drawing/2014/main" id="{889A68BE-6EC9-7A17-3D13-354EF6F9B7C0}"/>
                  </a:ext>
                </a:extLst>
              </p:cNvPr>
              <p:cNvSpPr txBox="1"/>
              <p:nvPr/>
            </p:nvSpPr>
            <p:spPr>
              <a:xfrm>
                <a:off x="9721469" y="5161742"/>
                <a:ext cx="1322031" cy="276999"/>
              </a:xfrm>
              <a:prstGeom prst="rect">
                <a:avLst/>
              </a:prstGeom>
              <a:noFill/>
            </p:spPr>
            <p:txBody>
              <a:bodyPr wrap="square" rtlCol="0">
                <a:spAutoFit/>
              </a:bodyPr>
              <a:lstStyle/>
              <a:p>
                <a:pPr>
                  <a:spcAft>
                    <a:spcPts val="600"/>
                  </a:spcAft>
                </a:pPr>
                <a:r>
                  <a:rPr lang="en-US" sz="1200" b="1" dirty="0">
                    <a:latin typeface="Lexend" pitchFamily="2" charset="0"/>
                  </a:rPr>
                  <a:t>Filter Capacitor</a:t>
                </a:r>
              </a:p>
            </p:txBody>
          </p:sp>
        </p:grpSp>
      </p:grpSp>
      <p:grpSp>
        <p:nvGrpSpPr>
          <p:cNvPr id="61" name="Group 60">
            <a:extLst>
              <a:ext uri="{FF2B5EF4-FFF2-40B4-BE49-F238E27FC236}">
                <a16:creationId xmlns:a16="http://schemas.microsoft.com/office/drawing/2014/main" id="{4AC2811D-DF73-0EBF-21C0-73619FC7579A}"/>
              </a:ext>
            </a:extLst>
          </p:cNvPr>
          <p:cNvGrpSpPr/>
          <p:nvPr/>
        </p:nvGrpSpPr>
        <p:grpSpPr>
          <a:xfrm>
            <a:off x="8721680" y="4132883"/>
            <a:ext cx="3380211" cy="970683"/>
            <a:chOff x="8697041" y="4174943"/>
            <a:chExt cx="3380211" cy="970683"/>
          </a:xfrm>
        </p:grpSpPr>
        <p:sp>
          <p:nvSpPr>
            <p:cNvPr id="62" name="Rectangle 61">
              <a:extLst>
                <a:ext uri="{FF2B5EF4-FFF2-40B4-BE49-F238E27FC236}">
                  <a16:creationId xmlns:a16="http://schemas.microsoft.com/office/drawing/2014/main" id="{F481F470-9EE8-9892-502C-873156A1EAAD}"/>
                </a:ext>
              </a:extLst>
            </p:cNvPr>
            <p:cNvSpPr/>
            <p:nvPr/>
          </p:nvSpPr>
          <p:spPr>
            <a:xfrm>
              <a:off x="8734248" y="4182638"/>
              <a:ext cx="3314742" cy="897166"/>
            </a:xfrm>
            <a:prstGeom prst="rect">
              <a:avLst/>
            </a:prstGeom>
            <a:solidFill>
              <a:schemeClr val="bg1"/>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p>
          </p:txBody>
        </p:sp>
        <p:sp>
          <p:nvSpPr>
            <p:cNvPr id="63" name="TextBox 62">
              <a:extLst>
                <a:ext uri="{FF2B5EF4-FFF2-40B4-BE49-F238E27FC236}">
                  <a16:creationId xmlns:a16="http://schemas.microsoft.com/office/drawing/2014/main" id="{A6C9AD67-D076-965E-4C63-3D26B87C1751}"/>
                </a:ext>
              </a:extLst>
            </p:cNvPr>
            <p:cNvSpPr txBox="1"/>
            <p:nvPr/>
          </p:nvSpPr>
          <p:spPr>
            <a:xfrm>
              <a:off x="8697041" y="4351830"/>
              <a:ext cx="2318282" cy="338554"/>
            </a:xfrm>
            <a:prstGeom prst="rect">
              <a:avLst/>
            </a:prstGeom>
            <a:noFill/>
          </p:spPr>
          <p:txBody>
            <a:bodyPr wrap="square" rtlCol="0">
              <a:spAutoFit/>
            </a:bodyPr>
            <a:lstStyle/>
            <a:p>
              <a:r>
                <a:rPr lang="en-US" sz="1600" b="1" dirty="0">
                  <a:solidFill>
                    <a:srgbClr val="0070C0"/>
                  </a:solidFill>
                  <a:latin typeface="Lexend" pitchFamily="2" charset="0"/>
                </a:rPr>
                <a:t>Ferrite </a:t>
              </a:r>
              <a:r>
                <a:rPr lang="en-US" sz="1600" b="1" dirty="0" err="1">
                  <a:solidFill>
                    <a:srgbClr val="0070C0"/>
                  </a:solidFill>
                  <a:latin typeface="Lexend" pitchFamily="2" charset="0"/>
                </a:rPr>
                <a:t>KH250-060A</a:t>
              </a:r>
              <a:r>
                <a:rPr lang="en-US" sz="1600" b="1" dirty="0">
                  <a:solidFill>
                    <a:srgbClr val="0070C0"/>
                  </a:solidFill>
                  <a:latin typeface="Lexend" pitchFamily="2" charset="0"/>
                </a:rPr>
                <a:t> Core</a:t>
              </a:r>
            </a:p>
          </p:txBody>
        </p:sp>
        <p:sp>
          <p:nvSpPr>
            <p:cNvPr id="64" name="TextBox 63">
              <a:extLst>
                <a:ext uri="{FF2B5EF4-FFF2-40B4-BE49-F238E27FC236}">
                  <a16:creationId xmlns:a16="http://schemas.microsoft.com/office/drawing/2014/main" id="{247DAFEF-311A-064E-6EED-4B11CFD94717}"/>
                </a:ext>
              </a:extLst>
            </p:cNvPr>
            <p:cNvSpPr txBox="1"/>
            <p:nvPr/>
          </p:nvSpPr>
          <p:spPr>
            <a:xfrm>
              <a:off x="10854607" y="4374913"/>
              <a:ext cx="941194" cy="276999"/>
            </a:xfrm>
            <a:prstGeom prst="rect">
              <a:avLst/>
            </a:prstGeom>
            <a:noFill/>
          </p:spPr>
          <p:txBody>
            <a:bodyPr wrap="square" rtlCol="0">
              <a:spAutoFit/>
            </a:bodyPr>
            <a:lstStyle/>
            <a:p>
              <a:r>
                <a:rPr lang="en-US" sz="1200" b="1" dirty="0" err="1">
                  <a:solidFill>
                    <a:srgbClr val="FF0000"/>
                  </a:solidFill>
                  <a:latin typeface="Lexend" pitchFamily="2" charset="0"/>
                </a:rPr>
                <a:t>1.3mH</a:t>
              </a:r>
              <a:r>
                <a:rPr lang="en-US" sz="1200" b="1" dirty="0">
                  <a:solidFill>
                    <a:srgbClr val="FF0000"/>
                  </a:solidFill>
                  <a:latin typeface="Lexend" pitchFamily="2" charset="0"/>
                </a:rPr>
                <a:t>, </a:t>
              </a:r>
              <a:r>
                <a:rPr lang="en-US" sz="1200" b="1" dirty="0" err="1">
                  <a:solidFill>
                    <a:srgbClr val="FF0000"/>
                  </a:solidFill>
                  <a:latin typeface="Lexend" pitchFamily="2" charset="0"/>
                </a:rPr>
                <a:t>20A</a:t>
              </a:r>
              <a:r>
                <a:rPr lang="en-US" sz="1200" b="1" dirty="0">
                  <a:solidFill>
                    <a:srgbClr val="FF0000"/>
                  </a:solidFill>
                  <a:latin typeface="Lexend" pitchFamily="2" charset="0"/>
                </a:rPr>
                <a:t> </a:t>
              </a:r>
            </a:p>
          </p:txBody>
        </p:sp>
        <p:sp>
          <p:nvSpPr>
            <p:cNvPr id="65" name="TextBox 64">
              <a:extLst>
                <a:ext uri="{FF2B5EF4-FFF2-40B4-BE49-F238E27FC236}">
                  <a16:creationId xmlns:a16="http://schemas.microsoft.com/office/drawing/2014/main" id="{F8E230E7-AEDD-25C6-5D71-4D186B080E14}"/>
                </a:ext>
              </a:extLst>
            </p:cNvPr>
            <p:cNvSpPr txBox="1"/>
            <p:nvPr/>
          </p:nvSpPr>
          <p:spPr>
            <a:xfrm>
              <a:off x="8712191" y="4607017"/>
              <a:ext cx="1486718" cy="538609"/>
            </a:xfrm>
            <a:prstGeom prst="rect">
              <a:avLst/>
            </a:prstGeom>
            <a:noFill/>
          </p:spPr>
          <p:txBody>
            <a:bodyPr wrap="square" rtlCol="0">
              <a:spAutoFit/>
            </a:bodyPr>
            <a:lstStyle/>
            <a:p>
              <a:pPr>
                <a:spcAft>
                  <a:spcPts val="600"/>
                </a:spcAft>
              </a:pPr>
              <a:r>
                <a:rPr lang="en-US" sz="1200" b="1" dirty="0">
                  <a:latin typeface="Lexend" pitchFamily="2" charset="0"/>
                </a:rPr>
                <a:t>Number of turns: 82</a:t>
              </a:r>
            </a:p>
            <a:p>
              <a:pPr>
                <a:spcAft>
                  <a:spcPts val="600"/>
                </a:spcAft>
              </a:pPr>
              <a:r>
                <a:rPr lang="en-US" sz="1200" b="1" dirty="0">
                  <a:latin typeface="Lexend" pitchFamily="2" charset="0"/>
                </a:rPr>
                <a:t>Peak Current: </a:t>
              </a:r>
              <a:r>
                <a:rPr lang="en-US" sz="1200" b="1" dirty="0" err="1">
                  <a:latin typeface="Lexend" pitchFamily="2" charset="0"/>
                </a:rPr>
                <a:t>2A</a:t>
              </a:r>
              <a:endParaRPr lang="en-US" sz="1200" b="1" dirty="0">
                <a:latin typeface="Lexend" pitchFamily="2" charset="0"/>
              </a:endParaRPr>
            </a:p>
          </p:txBody>
        </p:sp>
        <p:sp>
          <p:nvSpPr>
            <p:cNvPr id="66" name="TextBox 65">
              <a:extLst>
                <a:ext uri="{FF2B5EF4-FFF2-40B4-BE49-F238E27FC236}">
                  <a16:creationId xmlns:a16="http://schemas.microsoft.com/office/drawing/2014/main" id="{9702A4FB-1576-CA2D-F6BB-1ABF9093128A}"/>
                </a:ext>
              </a:extLst>
            </p:cNvPr>
            <p:cNvSpPr txBox="1"/>
            <p:nvPr/>
          </p:nvSpPr>
          <p:spPr>
            <a:xfrm>
              <a:off x="10708756" y="4590292"/>
              <a:ext cx="1368496" cy="538609"/>
            </a:xfrm>
            <a:prstGeom prst="rect">
              <a:avLst/>
            </a:prstGeom>
            <a:noFill/>
          </p:spPr>
          <p:txBody>
            <a:bodyPr wrap="square" rtlCol="0">
              <a:spAutoFit/>
            </a:bodyPr>
            <a:lstStyle/>
            <a:p>
              <a:pPr>
                <a:spcAft>
                  <a:spcPts val="600"/>
                </a:spcAft>
              </a:pPr>
              <a:r>
                <a:rPr lang="en-US" sz="1200" b="1" dirty="0" err="1">
                  <a:latin typeface="Lexend" pitchFamily="2" charset="0"/>
                </a:rPr>
                <a:t>LxWxH</a:t>
              </a:r>
              <a:r>
                <a:rPr lang="en-US" sz="1200" b="1" dirty="0">
                  <a:latin typeface="Lexend" pitchFamily="2" charset="0"/>
                </a:rPr>
                <a:t>(mm)</a:t>
              </a:r>
            </a:p>
            <a:p>
              <a:pPr>
                <a:spcAft>
                  <a:spcPts val="600"/>
                </a:spcAft>
              </a:pPr>
              <a:r>
                <a:rPr lang="en-US" sz="1200" b="1" dirty="0" err="1">
                  <a:latin typeface="Lexend" pitchFamily="2" charset="0"/>
                </a:rPr>
                <a:t>63.1X31.37X26.27</a:t>
              </a:r>
              <a:endParaRPr lang="en-US" sz="1200" b="1" dirty="0">
                <a:latin typeface="Lexend" pitchFamily="2" charset="0"/>
              </a:endParaRPr>
            </a:p>
          </p:txBody>
        </p:sp>
        <p:grpSp>
          <p:nvGrpSpPr>
            <p:cNvPr id="67" name="Group 66">
              <a:extLst>
                <a:ext uri="{FF2B5EF4-FFF2-40B4-BE49-F238E27FC236}">
                  <a16:creationId xmlns:a16="http://schemas.microsoft.com/office/drawing/2014/main" id="{5CDC8E42-137F-6F0F-FC23-DF1394F3ED88}"/>
                </a:ext>
              </a:extLst>
            </p:cNvPr>
            <p:cNvGrpSpPr/>
            <p:nvPr/>
          </p:nvGrpSpPr>
          <p:grpSpPr>
            <a:xfrm>
              <a:off x="8783425" y="4174943"/>
              <a:ext cx="1329476" cy="307777"/>
              <a:chOff x="9555585" y="4078423"/>
              <a:chExt cx="1329476" cy="307777"/>
            </a:xfrm>
          </p:grpSpPr>
          <p:grpSp>
            <p:nvGrpSpPr>
              <p:cNvPr id="69" name="Group 68">
                <a:extLst>
                  <a:ext uri="{FF2B5EF4-FFF2-40B4-BE49-F238E27FC236}">
                    <a16:creationId xmlns:a16="http://schemas.microsoft.com/office/drawing/2014/main" id="{53C7F07F-5A92-791A-5823-8083EFD439CF}"/>
                  </a:ext>
                </a:extLst>
              </p:cNvPr>
              <p:cNvGrpSpPr/>
              <p:nvPr/>
            </p:nvGrpSpPr>
            <p:grpSpPr>
              <a:xfrm>
                <a:off x="9555585" y="4078423"/>
                <a:ext cx="179070" cy="307777"/>
                <a:chOff x="5146501" y="5260657"/>
                <a:chExt cx="179070" cy="307777"/>
              </a:xfrm>
            </p:grpSpPr>
            <p:sp>
              <p:nvSpPr>
                <p:cNvPr id="71" name="Oval 70">
                  <a:extLst>
                    <a:ext uri="{FF2B5EF4-FFF2-40B4-BE49-F238E27FC236}">
                      <a16:creationId xmlns:a16="http://schemas.microsoft.com/office/drawing/2014/main" id="{6802E829-2407-D416-058A-8F3FBEBF4521}"/>
                    </a:ext>
                  </a:extLst>
                </p:cNvPr>
                <p:cNvSpPr/>
                <p:nvPr/>
              </p:nvSpPr>
              <p:spPr>
                <a:xfrm>
                  <a:off x="5146501" y="5303832"/>
                  <a:ext cx="179070" cy="17907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p>
              </p:txBody>
            </p:sp>
            <p:sp>
              <p:nvSpPr>
                <p:cNvPr id="72" name="TextBox 71">
                  <a:extLst>
                    <a:ext uri="{FF2B5EF4-FFF2-40B4-BE49-F238E27FC236}">
                      <a16:creationId xmlns:a16="http://schemas.microsoft.com/office/drawing/2014/main" id="{E806D60C-C4DD-855B-8A9E-5C96ABDF8C6D}"/>
                    </a:ext>
                  </a:extLst>
                </p:cNvPr>
                <p:cNvSpPr txBox="1"/>
                <p:nvPr/>
              </p:nvSpPr>
              <p:spPr>
                <a:xfrm>
                  <a:off x="5173171" y="5260657"/>
                  <a:ext cx="59055" cy="307777"/>
                </a:xfrm>
                <a:prstGeom prst="rect">
                  <a:avLst/>
                </a:prstGeom>
                <a:noFill/>
              </p:spPr>
              <p:txBody>
                <a:bodyPr wrap="square" rtlCol="0">
                  <a:spAutoFit/>
                </a:bodyPr>
                <a:lstStyle/>
                <a:p>
                  <a:r>
                    <a:rPr lang="en-US" sz="1400" b="1" dirty="0">
                      <a:solidFill>
                        <a:srgbClr val="FF0000"/>
                      </a:solidFill>
                    </a:rPr>
                    <a:t>3</a:t>
                  </a:r>
                </a:p>
              </p:txBody>
            </p:sp>
          </p:grpSp>
          <p:sp>
            <p:nvSpPr>
              <p:cNvPr id="70" name="TextBox 69">
                <a:extLst>
                  <a:ext uri="{FF2B5EF4-FFF2-40B4-BE49-F238E27FC236}">
                    <a16:creationId xmlns:a16="http://schemas.microsoft.com/office/drawing/2014/main" id="{2D9A0759-807F-9697-D91F-1D3FD9D913CF}"/>
                  </a:ext>
                </a:extLst>
              </p:cNvPr>
              <p:cNvSpPr txBox="1"/>
              <p:nvPr/>
            </p:nvSpPr>
            <p:spPr>
              <a:xfrm>
                <a:off x="9714261" y="4086118"/>
                <a:ext cx="1170800" cy="276999"/>
              </a:xfrm>
              <a:prstGeom prst="rect">
                <a:avLst/>
              </a:prstGeom>
              <a:noFill/>
            </p:spPr>
            <p:txBody>
              <a:bodyPr wrap="square" rtlCol="0">
                <a:spAutoFit/>
              </a:bodyPr>
              <a:lstStyle/>
              <a:p>
                <a:pPr>
                  <a:spcAft>
                    <a:spcPts val="600"/>
                  </a:spcAft>
                </a:pPr>
                <a:r>
                  <a:rPr lang="en-US" sz="1200" b="1" dirty="0">
                    <a:latin typeface="Lexend" pitchFamily="2" charset="0"/>
                  </a:rPr>
                  <a:t>Filter Inductor</a:t>
                </a:r>
              </a:p>
            </p:txBody>
          </p:sp>
        </p:grpSp>
        <p:pic>
          <p:nvPicPr>
            <p:cNvPr id="68" name="Picture 67">
              <a:extLst>
                <a:ext uri="{FF2B5EF4-FFF2-40B4-BE49-F238E27FC236}">
                  <a16:creationId xmlns:a16="http://schemas.microsoft.com/office/drawing/2014/main" id="{765B350D-5A9D-4472-D6A0-BA6267AAD57E}"/>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29333" b="74000" l="24000" r="89000">
                          <a14:foregroundMark x1="60000" y1="64333" x2="80889" y2="74222"/>
                          <a14:foregroundMark x1="79808" y1="58333" x2="80709" y2="58700"/>
                          <a14:foregroundMark x1="66444" y1="52889" x2="79808" y2="58333"/>
                          <a14:foregroundMark x1="88231" y1="62284" x2="89111" y2="63222"/>
                          <a14:foregroundMark x1="24111" y1="44556" x2="25000" y2="50333"/>
                          <a14:foregroundMark x1="45111" y1="29778" x2="39444" y2="29333"/>
                          <a14:backgroundMark x1="85333" y1="60444" x2="87333" y2="61111"/>
                          <a14:backgroundMark x1="81333" y1="58667" x2="89000" y2="61333"/>
                          <a14:backgroundMark x1="80000" y1="58333" x2="80000" y2="58333"/>
                          <a14:backgroundMark x1="81000" y1="58333" x2="80333" y2="57889"/>
                        </a14:backgroundRemoval>
                      </a14:imgEffect>
                    </a14:imgLayer>
                  </a14:imgProps>
                </a:ext>
              </a:extLst>
            </a:blip>
            <a:srcRect l="17537" t="24480" r="29620" b="23540"/>
            <a:stretch>
              <a:fillRect/>
            </a:stretch>
          </p:blipFill>
          <p:spPr>
            <a:xfrm>
              <a:off x="10153188" y="4587526"/>
              <a:ext cx="487791" cy="479820"/>
            </a:xfrm>
            <a:prstGeom prst="rect">
              <a:avLst/>
            </a:prstGeom>
          </p:spPr>
        </p:pic>
      </p:grpSp>
      <p:grpSp>
        <p:nvGrpSpPr>
          <p:cNvPr id="84" name="Group 83">
            <a:extLst>
              <a:ext uri="{FF2B5EF4-FFF2-40B4-BE49-F238E27FC236}">
                <a16:creationId xmlns:a16="http://schemas.microsoft.com/office/drawing/2014/main" id="{B7BEB3A4-68EB-5A92-3943-CDFF68F19596}"/>
              </a:ext>
            </a:extLst>
          </p:cNvPr>
          <p:cNvGrpSpPr/>
          <p:nvPr/>
        </p:nvGrpSpPr>
        <p:grpSpPr>
          <a:xfrm>
            <a:off x="79330" y="1107469"/>
            <a:ext cx="2924941" cy="3342210"/>
            <a:chOff x="23332" y="1128678"/>
            <a:chExt cx="2661310" cy="3185024"/>
          </a:xfrm>
        </p:grpSpPr>
        <p:sp>
          <p:nvSpPr>
            <p:cNvPr id="85" name="Rectangle 84">
              <a:extLst>
                <a:ext uri="{FF2B5EF4-FFF2-40B4-BE49-F238E27FC236}">
                  <a16:creationId xmlns:a16="http://schemas.microsoft.com/office/drawing/2014/main" id="{61C869B2-3225-61A5-4686-93FE05882E1C}"/>
                </a:ext>
              </a:extLst>
            </p:cNvPr>
            <p:cNvSpPr>
              <a:spLocks/>
            </p:cNvSpPr>
            <p:nvPr/>
          </p:nvSpPr>
          <p:spPr>
            <a:xfrm>
              <a:off x="23332" y="1130937"/>
              <a:ext cx="2603022" cy="3182765"/>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p>
          </p:txBody>
        </p:sp>
        <p:graphicFrame>
          <p:nvGraphicFramePr>
            <p:cNvPr id="86" name="Object 85">
              <a:extLst>
                <a:ext uri="{FF2B5EF4-FFF2-40B4-BE49-F238E27FC236}">
                  <a16:creationId xmlns:a16="http://schemas.microsoft.com/office/drawing/2014/main" id="{0046A0F3-BEAD-9D59-23C7-041E8191079E}"/>
                </a:ext>
              </a:extLst>
            </p:cNvPr>
            <p:cNvGraphicFramePr>
              <a:graphicFrameLocks noChangeAspect="1"/>
            </p:cNvGraphicFramePr>
            <p:nvPr/>
          </p:nvGraphicFramePr>
          <p:xfrm>
            <a:off x="417614" y="1384852"/>
            <a:ext cx="1752395" cy="1181048"/>
          </p:xfrm>
          <a:graphic>
            <a:graphicData uri="http://schemas.openxmlformats.org/presentationml/2006/ole">
              <mc:AlternateContent xmlns:mc="http://schemas.openxmlformats.org/markup-compatibility/2006">
                <mc:Choice xmlns:v="urn:schemas-microsoft-com:vml" Requires="v">
                  <p:oleObj name="Visio" r:id="rId11" imgW="2103120" imgH="1416941" progId="Visio.Drawing.15">
                    <p:embed/>
                  </p:oleObj>
                </mc:Choice>
                <mc:Fallback>
                  <p:oleObj name="Visio" r:id="rId11" imgW="2103120" imgH="1416941" progId="Visio.Drawing.15">
                    <p:embed/>
                    <p:pic>
                      <p:nvPicPr>
                        <p:cNvPr id="86" name="Object 85">
                          <a:extLst>
                            <a:ext uri="{FF2B5EF4-FFF2-40B4-BE49-F238E27FC236}">
                              <a16:creationId xmlns:a16="http://schemas.microsoft.com/office/drawing/2014/main" id="{0046A0F3-BEAD-9D59-23C7-041E8191079E}"/>
                            </a:ext>
                          </a:extLst>
                        </p:cNvPr>
                        <p:cNvPicPr/>
                        <p:nvPr/>
                      </p:nvPicPr>
                      <p:blipFill>
                        <a:blip r:embed="rId12"/>
                        <a:stretch>
                          <a:fillRect/>
                        </a:stretch>
                      </p:blipFill>
                      <p:spPr>
                        <a:xfrm>
                          <a:off x="417614" y="1384852"/>
                          <a:ext cx="1752395" cy="1181048"/>
                        </a:xfrm>
                        <a:prstGeom prst="rect">
                          <a:avLst/>
                        </a:prstGeom>
                      </p:spPr>
                    </p:pic>
                  </p:oleObj>
                </mc:Fallback>
              </mc:AlternateContent>
            </a:graphicData>
          </a:graphic>
        </p:graphicFrame>
        <p:grpSp>
          <p:nvGrpSpPr>
            <p:cNvPr id="87" name="Group 86">
              <a:extLst>
                <a:ext uri="{FF2B5EF4-FFF2-40B4-BE49-F238E27FC236}">
                  <a16:creationId xmlns:a16="http://schemas.microsoft.com/office/drawing/2014/main" id="{A9502563-2088-61AB-11F1-379655246B9C}"/>
                </a:ext>
              </a:extLst>
            </p:cNvPr>
            <p:cNvGrpSpPr/>
            <p:nvPr/>
          </p:nvGrpSpPr>
          <p:grpSpPr>
            <a:xfrm>
              <a:off x="88792" y="1128678"/>
              <a:ext cx="1376540" cy="293302"/>
              <a:chOff x="7675488" y="4270526"/>
              <a:chExt cx="1376540" cy="293302"/>
            </a:xfrm>
          </p:grpSpPr>
          <p:grpSp>
            <p:nvGrpSpPr>
              <p:cNvPr id="118" name="Group 117">
                <a:extLst>
                  <a:ext uri="{FF2B5EF4-FFF2-40B4-BE49-F238E27FC236}">
                    <a16:creationId xmlns:a16="http://schemas.microsoft.com/office/drawing/2014/main" id="{4AD00E04-B64A-FD2B-9FD0-888A4C87A32C}"/>
                  </a:ext>
                </a:extLst>
              </p:cNvPr>
              <p:cNvGrpSpPr/>
              <p:nvPr/>
            </p:nvGrpSpPr>
            <p:grpSpPr>
              <a:xfrm>
                <a:off x="7675488" y="4270526"/>
                <a:ext cx="179070" cy="293302"/>
                <a:chOff x="5146501" y="5260657"/>
                <a:chExt cx="179070" cy="293302"/>
              </a:xfrm>
            </p:grpSpPr>
            <p:sp>
              <p:nvSpPr>
                <p:cNvPr id="120" name="Oval 119">
                  <a:extLst>
                    <a:ext uri="{FF2B5EF4-FFF2-40B4-BE49-F238E27FC236}">
                      <a16:creationId xmlns:a16="http://schemas.microsoft.com/office/drawing/2014/main" id="{057A61C9-01B5-BC9A-947B-73E7A7479D9F}"/>
                    </a:ext>
                  </a:extLst>
                </p:cNvPr>
                <p:cNvSpPr/>
                <p:nvPr/>
              </p:nvSpPr>
              <p:spPr>
                <a:xfrm>
                  <a:off x="5146501" y="5303832"/>
                  <a:ext cx="179070" cy="17907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p>
              </p:txBody>
            </p:sp>
            <p:sp>
              <p:nvSpPr>
                <p:cNvPr id="121" name="TextBox 120">
                  <a:extLst>
                    <a:ext uri="{FF2B5EF4-FFF2-40B4-BE49-F238E27FC236}">
                      <a16:creationId xmlns:a16="http://schemas.microsoft.com/office/drawing/2014/main" id="{36D7D375-40C7-F4CE-58AB-54ACE90E3942}"/>
                    </a:ext>
                  </a:extLst>
                </p:cNvPr>
                <p:cNvSpPr txBox="1"/>
                <p:nvPr/>
              </p:nvSpPr>
              <p:spPr>
                <a:xfrm>
                  <a:off x="5173171" y="5260657"/>
                  <a:ext cx="59055" cy="293302"/>
                </a:xfrm>
                <a:prstGeom prst="rect">
                  <a:avLst/>
                </a:prstGeom>
                <a:noFill/>
              </p:spPr>
              <p:txBody>
                <a:bodyPr wrap="square" rtlCol="0">
                  <a:spAutoFit/>
                </a:bodyPr>
                <a:lstStyle/>
                <a:p>
                  <a:r>
                    <a:rPr lang="en-US" sz="1400" b="1" dirty="0">
                      <a:solidFill>
                        <a:srgbClr val="FF0000"/>
                      </a:solidFill>
                    </a:rPr>
                    <a:t>1</a:t>
                  </a:r>
                </a:p>
              </p:txBody>
            </p:sp>
          </p:grpSp>
          <p:sp>
            <p:nvSpPr>
              <p:cNvPr id="119" name="TextBox 118">
                <a:extLst>
                  <a:ext uri="{FF2B5EF4-FFF2-40B4-BE49-F238E27FC236}">
                    <a16:creationId xmlns:a16="http://schemas.microsoft.com/office/drawing/2014/main" id="{DBEA134B-B27A-1148-4889-7328A62203BE}"/>
                  </a:ext>
                </a:extLst>
              </p:cNvPr>
              <p:cNvSpPr txBox="1"/>
              <p:nvPr/>
            </p:nvSpPr>
            <p:spPr>
              <a:xfrm>
                <a:off x="7881228" y="4278220"/>
                <a:ext cx="1170800" cy="249306"/>
              </a:xfrm>
              <a:prstGeom prst="rect">
                <a:avLst/>
              </a:prstGeom>
              <a:noFill/>
            </p:spPr>
            <p:txBody>
              <a:bodyPr wrap="square" rtlCol="0">
                <a:spAutoFit/>
              </a:bodyPr>
              <a:lstStyle/>
              <a:p>
                <a:pPr>
                  <a:spcAft>
                    <a:spcPts val="600"/>
                  </a:spcAft>
                </a:pPr>
                <a:r>
                  <a:rPr lang="en-US" sz="1100" b="1" dirty="0">
                    <a:latin typeface="Lexend" pitchFamily="2" charset="0"/>
                  </a:rPr>
                  <a:t>DC source</a:t>
                </a:r>
              </a:p>
            </p:txBody>
          </p:sp>
        </p:grpSp>
        <p:grpSp>
          <p:nvGrpSpPr>
            <p:cNvPr id="88" name="Group 87">
              <a:extLst>
                <a:ext uri="{FF2B5EF4-FFF2-40B4-BE49-F238E27FC236}">
                  <a16:creationId xmlns:a16="http://schemas.microsoft.com/office/drawing/2014/main" id="{C62E440F-4B2B-3F2F-09F6-518C8D0FDFE7}"/>
                </a:ext>
              </a:extLst>
            </p:cNvPr>
            <p:cNvGrpSpPr/>
            <p:nvPr/>
          </p:nvGrpSpPr>
          <p:grpSpPr>
            <a:xfrm>
              <a:off x="1687734" y="2602169"/>
              <a:ext cx="996908" cy="1613021"/>
              <a:chOff x="8714435" y="4203457"/>
              <a:chExt cx="996908" cy="1613021"/>
            </a:xfrm>
          </p:grpSpPr>
          <p:grpSp>
            <p:nvGrpSpPr>
              <p:cNvPr id="109" name="Group 108">
                <a:extLst>
                  <a:ext uri="{FF2B5EF4-FFF2-40B4-BE49-F238E27FC236}">
                    <a16:creationId xmlns:a16="http://schemas.microsoft.com/office/drawing/2014/main" id="{2A26C9F0-C7C5-0C79-9AE2-A0CC5EFD8B54}"/>
                  </a:ext>
                </a:extLst>
              </p:cNvPr>
              <p:cNvGrpSpPr/>
              <p:nvPr/>
            </p:nvGrpSpPr>
            <p:grpSpPr>
              <a:xfrm>
                <a:off x="8714435" y="4203457"/>
                <a:ext cx="996908" cy="1613021"/>
                <a:chOff x="8714435" y="4203457"/>
                <a:chExt cx="996908" cy="1613021"/>
              </a:xfrm>
            </p:grpSpPr>
            <p:sp>
              <p:nvSpPr>
                <p:cNvPr id="113" name="Rectangle 112">
                  <a:extLst>
                    <a:ext uri="{FF2B5EF4-FFF2-40B4-BE49-F238E27FC236}">
                      <a16:creationId xmlns:a16="http://schemas.microsoft.com/office/drawing/2014/main" id="{C9861F53-FC69-A06A-8508-6089E3A08A65}"/>
                    </a:ext>
                  </a:extLst>
                </p:cNvPr>
                <p:cNvSpPr/>
                <p:nvPr/>
              </p:nvSpPr>
              <p:spPr>
                <a:xfrm>
                  <a:off x="8773459" y="4252784"/>
                  <a:ext cx="789668" cy="1563694"/>
                </a:xfrm>
                <a:prstGeom prst="rect">
                  <a:avLst/>
                </a:prstGeom>
                <a:noFill/>
                <a:ln w="127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p>
              </p:txBody>
            </p:sp>
            <p:sp>
              <p:nvSpPr>
                <p:cNvPr id="114" name="TextBox 113">
                  <a:extLst>
                    <a:ext uri="{FF2B5EF4-FFF2-40B4-BE49-F238E27FC236}">
                      <a16:creationId xmlns:a16="http://schemas.microsoft.com/office/drawing/2014/main" id="{BEB3568A-7B38-A30B-3B5D-B2F518876D88}"/>
                    </a:ext>
                  </a:extLst>
                </p:cNvPr>
                <p:cNvSpPr txBox="1">
                  <a:spLocks/>
                </p:cNvSpPr>
                <p:nvPr/>
              </p:nvSpPr>
              <p:spPr>
                <a:xfrm>
                  <a:off x="8714435" y="4203457"/>
                  <a:ext cx="749605" cy="322632"/>
                </a:xfrm>
                <a:prstGeom prst="rect">
                  <a:avLst/>
                </a:prstGeom>
                <a:noFill/>
              </p:spPr>
              <p:txBody>
                <a:bodyPr wrap="square" rtlCol="0">
                  <a:spAutoFit/>
                </a:bodyPr>
                <a:lstStyle/>
                <a:p>
                  <a:r>
                    <a:rPr lang="en-US" sz="1600" b="1" dirty="0" err="1">
                      <a:solidFill>
                        <a:srgbClr val="0070C0"/>
                      </a:solidFill>
                      <a:latin typeface="Lexend" pitchFamily="2" charset="0"/>
                    </a:rPr>
                    <a:t>S3</a:t>
                  </a:r>
                  <a:r>
                    <a:rPr lang="en-US" sz="1600" b="1" dirty="0">
                      <a:solidFill>
                        <a:srgbClr val="0070C0"/>
                      </a:solidFill>
                      <a:latin typeface="Lexend" pitchFamily="2" charset="0"/>
                    </a:rPr>
                    <a:t>-435</a:t>
                  </a:r>
                </a:p>
              </p:txBody>
            </p:sp>
            <p:sp>
              <p:nvSpPr>
                <p:cNvPr id="115" name="TextBox 114">
                  <a:extLst>
                    <a:ext uri="{FF2B5EF4-FFF2-40B4-BE49-F238E27FC236}">
                      <a16:creationId xmlns:a16="http://schemas.microsoft.com/office/drawing/2014/main" id="{74FAEEA4-5260-49C2-9E6A-F564D67DEB4A}"/>
                    </a:ext>
                  </a:extLst>
                </p:cNvPr>
                <p:cNvSpPr txBox="1">
                  <a:spLocks/>
                </p:cNvSpPr>
                <p:nvPr/>
              </p:nvSpPr>
              <p:spPr>
                <a:xfrm>
                  <a:off x="8714435" y="4533925"/>
                  <a:ext cx="938620" cy="422843"/>
                </a:xfrm>
                <a:prstGeom prst="rect">
                  <a:avLst/>
                </a:prstGeom>
                <a:noFill/>
              </p:spPr>
              <p:txBody>
                <a:bodyPr wrap="square" rtlCol="0">
                  <a:spAutoFit/>
                </a:bodyPr>
                <a:lstStyle/>
                <a:p>
                  <a:pPr>
                    <a:spcAft>
                      <a:spcPts val="100"/>
                    </a:spcAft>
                  </a:pPr>
                  <a:r>
                    <a:rPr lang="en-US" sz="1100" b="1" dirty="0">
                      <a:latin typeface="Lexend" pitchFamily="2" charset="0"/>
                    </a:rPr>
                    <a:t>In: </a:t>
                  </a:r>
                  <a:r>
                    <a:rPr lang="en-US" sz="1100" b="1" dirty="0" err="1">
                      <a:latin typeface="Lexend" pitchFamily="2" charset="0"/>
                    </a:rPr>
                    <a:t>220V</a:t>
                  </a:r>
                  <a:endParaRPr lang="en-US" sz="1100" b="1" dirty="0">
                    <a:latin typeface="Lexend" pitchFamily="2" charset="0"/>
                  </a:endParaRPr>
                </a:p>
                <a:p>
                  <a:pPr>
                    <a:spcAft>
                      <a:spcPts val="300"/>
                    </a:spcAft>
                  </a:pPr>
                  <a:r>
                    <a:rPr lang="en-US" sz="1100" b="1" dirty="0">
                      <a:latin typeface="Lexend" pitchFamily="2" charset="0"/>
                    </a:rPr>
                    <a:t>Out: 5-</a:t>
                  </a:r>
                  <a:r>
                    <a:rPr lang="en-US" sz="1100" b="1" dirty="0" err="1">
                      <a:latin typeface="Lexend" pitchFamily="2" charset="0"/>
                    </a:rPr>
                    <a:t>430V</a:t>
                  </a:r>
                  <a:endParaRPr lang="en-US" sz="1100" b="1" dirty="0">
                    <a:latin typeface="Lexend" pitchFamily="2" charset="0"/>
                  </a:endParaRPr>
                </a:p>
              </p:txBody>
            </p:sp>
            <p:pic>
              <p:nvPicPr>
                <p:cNvPr id="116" name="Picture 115">
                  <a:extLst>
                    <a:ext uri="{FF2B5EF4-FFF2-40B4-BE49-F238E27FC236}">
                      <a16:creationId xmlns:a16="http://schemas.microsoft.com/office/drawing/2014/main" id="{4BAFC81F-EF57-3D3B-9BEC-D4EC03563E77}"/>
                    </a:ext>
                  </a:extLst>
                </p:cNvPr>
                <p:cNvPicPr>
                  <a:picLocks noChangeAspect="1"/>
                </p:cNvPicPr>
                <p:nvPr/>
              </p:nvPicPr>
              <p:blipFill>
                <a:blip r:embed="rId13" cstate="print">
                  <a:extLst>
                    <a:ext uri="{BEBA8EAE-BF5A-486C-A8C5-ECC9F3942E4B}">
                      <a14:imgProps xmlns:a14="http://schemas.microsoft.com/office/drawing/2010/main">
                        <a14:imgLayer r:embed="rId14">
                          <a14:imgEffect>
                            <a14:backgroundRemoval t="4922" b="93125" l="9927" r="89992">
                              <a14:foregroundMark x1="38812" y1="9063" x2="59317" y2="8516"/>
                              <a14:foregroundMark x1="58177" y1="20625" x2="58177" y2="20625"/>
                              <a14:foregroundMark x1="66884" y1="15625" x2="59317" y2="25313"/>
                              <a14:foregroundMark x1="65012" y1="6563" x2="28072" y2="24297"/>
                              <a14:foregroundMark x1="47274" y1="5469" x2="56469" y2="14453"/>
                              <a14:foregroundMark x1="56469" y1="14453" x2="57608" y2="14844"/>
                              <a14:foregroundMark x1="50285" y1="5078" x2="53458" y2="4922"/>
                              <a14:foregroundMark x1="59967" y1="93125" x2="44264" y2="92891"/>
                              <a14:backgroundMark x1="54598" y1="6235" x2="53865" y2="6406"/>
                              <a14:backgroundMark x1="51262" y1="7012" x2="52266" y2="6778"/>
                            </a14:backgroundRemoval>
                          </a14:imgEffect>
                        </a14:imgLayer>
                      </a14:imgProps>
                    </a:ext>
                    <a:ext uri="{28A0092B-C50C-407E-A947-70E740481C1C}">
                      <a14:useLocalDpi xmlns:a14="http://schemas.microsoft.com/office/drawing/2010/main" val="0"/>
                    </a:ext>
                  </a:extLst>
                </a:blip>
                <a:srcRect l="18056" r="14333" b="2828"/>
                <a:stretch>
                  <a:fillRect/>
                </a:stretch>
              </p:blipFill>
              <p:spPr>
                <a:xfrm flipH="1">
                  <a:off x="8824852" y="4870874"/>
                  <a:ext cx="619719" cy="927639"/>
                </a:xfrm>
                <a:prstGeom prst="rect">
                  <a:avLst/>
                </a:prstGeom>
              </p:spPr>
            </p:pic>
            <p:sp>
              <p:nvSpPr>
                <p:cNvPr id="117" name="TextBox 116">
                  <a:extLst>
                    <a:ext uri="{FF2B5EF4-FFF2-40B4-BE49-F238E27FC236}">
                      <a16:creationId xmlns:a16="http://schemas.microsoft.com/office/drawing/2014/main" id="{4553EAD3-37DF-B9CA-C08A-AB345FC622C2}"/>
                    </a:ext>
                  </a:extLst>
                </p:cNvPr>
                <p:cNvSpPr txBox="1">
                  <a:spLocks/>
                </p:cNvSpPr>
                <p:nvPr/>
              </p:nvSpPr>
              <p:spPr>
                <a:xfrm>
                  <a:off x="8731518" y="4387573"/>
                  <a:ext cx="979825" cy="249306"/>
                </a:xfrm>
                <a:prstGeom prst="rect">
                  <a:avLst/>
                </a:prstGeom>
                <a:noFill/>
              </p:spPr>
              <p:txBody>
                <a:bodyPr wrap="square" rtlCol="0">
                  <a:spAutoFit/>
                </a:bodyPr>
                <a:lstStyle/>
                <a:p>
                  <a:r>
                    <a:rPr lang="en-US" sz="1100" b="1" dirty="0" err="1">
                      <a:solidFill>
                        <a:srgbClr val="FF0000"/>
                      </a:solidFill>
                      <a:latin typeface="Lexend" pitchFamily="2" charset="0"/>
                    </a:rPr>
                    <a:t>3.3kVA</a:t>
                  </a:r>
                  <a:r>
                    <a:rPr lang="en-US" sz="1100" b="1" dirty="0">
                      <a:solidFill>
                        <a:srgbClr val="FF0000"/>
                      </a:solidFill>
                      <a:latin typeface="Lexend" pitchFamily="2" charset="0"/>
                    </a:rPr>
                    <a:t>, </a:t>
                  </a:r>
                  <a:r>
                    <a:rPr lang="en-US" sz="1100" b="1" dirty="0" err="1">
                      <a:solidFill>
                        <a:srgbClr val="FF0000"/>
                      </a:solidFill>
                      <a:latin typeface="Lexend" pitchFamily="2" charset="0"/>
                    </a:rPr>
                    <a:t>5A</a:t>
                  </a:r>
                  <a:endParaRPr lang="en-US" sz="1100" b="1" dirty="0">
                    <a:solidFill>
                      <a:srgbClr val="FF0000"/>
                    </a:solidFill>
                    <a:latin typeface="Lexend" pitchFamily="2" charset="0"/>
                  </a:endParaRPr>
                </a:p>
              </p:txBody>
            </p:sp>
          </p:grpSp>
          <p:grpSp>
            <p:nvGrpSpPr>
              <p:cNvPr id="110" name="Group 109">
                <a:extLst>
                  <a:ext uri="{FF2B5EF4-FFF2-40B4-BE49-F238E27FC236}">
                    <a16:creationId xmlns:a16="http://schemas.microsoft.com/office/drawing/2014/main" id="{05C241A4-A44C-A21F-D1CE-D3E7F7EE1CF4}"/>
                  </a:ext>
                </a:extLst>
              </p:cNvPr>
              <p:cNvGrpSpPr/>
              <p:nvPr/>
            </p:nvGrpSpPr>
            <p:grpSpPr>
              <a:xfrm>
                <a:off x="9385428" y="4217523"/>
                <a:ext cx="179070" cy="293302"/>
                <a:chOff x="5146501" y="5260657"/>
                <a:chExt cx="179070" cy="293302"/>
              </a:xfrm>
            </p:grpSpPr>
            <p:sp>
              <p:nvSpPr>
                <p:cNvPr id="111" name="Oval 110">
                  <a:extLst>
                    <a:ext uri="{FF2B5EF4-FFF2-40B4-BE49-F238E27FC236}">
                      <a16:creationId xmlns:a16="http://schemas.microsoft.com/office/drawing/2014/main" id="{8B534997-6C4D-56F8-4C52-D85E34D208EF}"/>
                    </a:ext>
                  </a:extLst>
                </p:cNvPr>
                <p:cNvSpPr/>
                <p:nvPr/>
              </p:nvSpPr>
              <p:spPr>
                <a:xfrm>
                  <a:off x="5146501" y="5303832"/>
                  <a:ext cx="179070" cy="17907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p>
              </p:txBody>
            </p:sp>
            <p:sp>
              <p:nvSpPr>
                <p:cNvPr id="112" name="TextBox 111">
                  <a:extLst>
                    <a:ext uri="{FF2B5EF4-FFF2-40B4-BE49-F238E27FC236}">
                      <a16:creationId xmlns:a16="http://schemas.microsoft.com/office/drawing/2014/main" id="{3ACEFE44-8DDE-E4D8-E963-78C4524BDFCC}"/>
                    </a:ext>
                  </a:extLst>
                </p:cNvPr>
                <p:cNvSpPr txBox="1"/>
                <p:nvPr/>
              </p:nvSpPr>
              <p:spPr>
                <a:xfrm>
                  <a:off x="5173171" y="5260657"/>
                  <a:ext cx="59055" cy="293302"/>
                </a:xfrm>
                <a:prstGeom prst="rect">
                  <a:avLst/>
                </a:prstGeom>
                <a:noFill/>
              </p:spPr>
              <p:txBody>
                <a:bodyPr wrap="square" rtlCol="0">
                  <a:spAutoFit/>
                </a:bodyPr>
                <a:lstStyle/>
                <a:p>
                  <a:r>
                    <a:rPr lang="en-US" sz="1400" b="1" dirty="0">
                      <a:solidFill>
                        <a:srgbClr val="FF0000"/>
                      </a:solidFill>
                    </a:rPr>
                    <a:t>a</a:t>
                  </a:r>
                </a:p>
              </p:txBody>
            </p:sp>
          </p:grpSp>
        </p:grpSp>
        <p:grpSp>
          <p:nvGrpSpPr>
            <p:cNvPr id="89" name="Group 88">
              <a:extLst>
                <a:ext uri="{FF2B5EF4-FFF2-40B4-BE49-F238E27FC236}">
                  <a16:creationId xmlns:a16="http://schemas.microsoft.com/office/drawing/2014/main" id="{DB05EC05-3210-24EB-B87A-46EDBEFB7950}"/>
                </a:ext>
              </a:extLst>
            </p:cNvPr>
            <p:cNvGrpSpPr/>
            <p:nvPr/>
          </p:nvGrpSpPr>
          <p:grpSpPr>
            <a:xfrm>
              <a:off x="77130" y="2601376"/>
              <a:ext cx="1704908" cy="856551"/>
              <a:chOff x="7095190" y="4200941"/>
              <a:chExt cx="1704908" cy="856551"/>
            </a:xfrm>
          </p:grpSpPr>
          <p:grpSp>
            <p:nvGrpSpPr>
              <p:cNvPr id="100" name="Group 99">
                <a:extLst>
                  <a:ext uri="{FF2B5EF4-FFF2-40B4-BE49-F238E27FC236}">
                    <a16:creationId xmlns:a16="http://schemas.microsoft.com/office/drawing/2014/main" id="{76180E2B-ED03-D8C5-27C2-091BABB2906C}"/>
                  </a:ext>
                </a:extLst>
              </p:cNvPr>
              <p:cNvGrpSpPr>
                <a:grpSpLocks/>
              </p:cNvGrpSpPr>
              <p:nvPr/>
            </p:nvGrpSpPr>
            <p:grpSpPr>
              <a:xfrm>
                <a:off x="7095190" y="4200941"/>
                <a:ext cx="1704908" cy="856551"/>
                <a:chOff x="6912310" y="4201373"/>
                <a:chExt cx="1704908" cy="856551"/>
              </a:xfrm>
            </p:grpSpPr>
            <p:sp>
              <p:nvSpPr>
                <p:cNvPr id="104" name="Rectangle 103">
                  <a:extLst>
                    <a:ext uri="{FF2B5EF4-FFF2-40B4-BE49-F238E27FC236}">
                      <a16:creationId xmlns:a16="http://schemas.microsoft.com/office/drawing/2014/main" id="{8ED8571B-F8A5-B360-67EE-60E6A9FA01ED}"/>
                    </a:ext>
                  </a:extLst>
                </p:cNvPr>
                <p:cNvSpPr>
                  <a:spLocks/>
                </p:cNvSpPr>
                <p:nvPr/>
              </p:nvSpPr>
              <p:spPr>
                <a:xfrm>
                  <a:off x="6961706" y="4253216"/>
                  <a:ext cx="1581616" cy="760081"/>
                </a:xfrm>
                <a:prstGeom prst="rect">
                  <a:avLst/>
                </a:prstGeom>
                <a:solidFill>
                  <a:schemeClr val="bg1"/>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p>
              </p:txBody>
            </p:sp>
            <p:sp>
              <p:nvSpPr>
                <p:cNvPr id="105" name="TextBox 104">
                  <a:extLst>
                    <a:ext uri="{FF2B5EF4-FFF2-40B4-BE49-F238E27FC236}">
                      <a16:creationId xmlns:a16="http://schemas.microsoft.com/office/drawing/2014/main" id="{C7C9C66C-6D4C-6531-D94B-09364805B17B}"/>
                    </a:ext>
                  </a:extLst>
                </p:cNvPr>
                <p:cNvSpPr txBox="1">
                  <a:spLocks/>
                </p:cNvSpPr>
                <p:nvPr/>
              </p:nvSpPr>
              <p:spPr>
                <a:xfrm>
                  <a:off x="6912310" y="4201373"/>
                  <a:ext cx="1704908" cy="322632"/>
                </a:xfrm>
                <a:prstGeom prst="rect">
                  <a:avLst/>
                </a:prstGeom>
                <a:noFill/>
              </p:spPr>
              <p:txBody>
                <a:bodyPr wrap="square" rtlCol="0">
                  <a:spAutoFit/>
                </a:bodyPr>
                <a:lstStyle/>
                <a:p>
                  <a:r>
                    <a:rPr lang="en-US" sz="1600" b="1" dirty="0" err="1">
                      <a:solidFill>
                        <a:srgbClr val="0070C0"/>
                      </a:solidFill>
                      <a:latin typeface="Lexend" pitchFamily="2" charset="0"/>
                    </a:rPr>
                    <a:t>SQL10016</a:t>
                  </a:r>
                  <a:r>
                    <a:rPr lang="en-US" sz="1600" b="1" dirty="0">
                      <a:solidFill>
                        <a:srgbClr val="0070C0"/>
                      </a:solidFill>
                      <a:latin typeface="Lexend" pitchFamily="2" charset="0"/>
                    </a:rPr>
                    <a:t> Rectifier</a:t>
                  </a:r>
                </a:p>
              </p:txBody>
            </p:sp>
            <p:sp>
              <p:nvSpPr>
                <p:cNvPr id="106" name="TextBox 105">
                  <a:extLst>
                    <a:ext uri="{FF2B5EF4-FFF2-40B4-BE49-F238E27FC236}">
                      <a16:creationId xmlns:a16="http://schemas.microsoft.com/office/drawing/2014/main" id="{732FE866-9261-A005-1DFC-3E6A9A2C9FF8}"/>
                    </a:ext>
                  </a:extLst>
                </p:cNvPr>
                <p:cNvSpPr txBox="1">
                  <a:spLocks/>
                </p:cNvSpPr>
                <p:nvPr/>
              </p:nvSpPr>
              <p:spPr>
                <a:xfrm>
                  <a:off x="6920501" y="4418605"/>
                  <a:ext cx="979825" cy="249306"/>
                </a:xfrm>
                <a:prstGeom prst="rect">
                  <a:avLst/>
                </a:prstGeom>
                <a:noFill/>
              </p:spPr>
              <p:txBody>
                <a:bodyPr wrap="square" rtlCol="0">
                  <a:spAutoFit/>
                </a:bodyPr>
                <a:lstStyle/>
                <a:p>
                  <a:r>
                    <a:rPr lang="en-US" sz="1100" b="1" dirty="0" err="1">
                      <a:solidFill>
                        <a:srgbClr val="FF0000"/>
                      </a:solidFill>
                      <a:latin typeface="Lexend" pitchFamily="2" charset="0"/>
                    </a:rPr>
                    <a:t>1600V</a:t>
                  </a:r>
                  <a:r>
                    <a:rPr lang="en-US" sz="1100" b="1" dirty="0">
                      <a:solidFill>
                        <a:srgbClr val="FF0000"/>
                      </a:solidFill>
                      <a:latin typeface="Lexend" pitchFamily="2" charset="0"/>
                    </a:rPr>
                    <a:t>, </a:t>
                  </a:r>
                  <a:r>
                    <a:rPr lang="en-US" sz="1100" b="1" dirty="0" err="1">
                      <a:solidFill>
                        <a:srgbClr val="FF0000"/>
                      </a:solidFill>
                      <a:latin typeface="Lexend" pitchFamily="2" charset="0"/>
                    </a:rPr>
                    <a:t>100A</a:t>
                  </a:r>
                  <a:endParaRPr lang="en-US" sz="1100" b="1" dirty="0">
                    <a:solidFill>
                      <a:srgbClr val="FF0000"/>
                    </a:solidFill>
                    <a:latin typeface="Lexend" pitchFamily="2" charset="0"/>
                  </a:endParaRPr>
                </a:p>
              </p:txBody>
            </p:sp>
            <p:sp>
              <p:nvSpPr>
                <p:cNvPr id="107" name="TextBox 106">
                  <a:extLst>
                    <a:ext uri="{FF2B5EF4-FFF2-40B4-BE49-F238E27FC236}">
                      <a16:creationId xmlns:a16="http://schemas.microsoft.com/office/drawing/2014/main" id="{6D1C545D-80CE-BFB9-DE50-DC9DAD0A0505}"/>
                    </a:ext>
                  </a:extLst>
                </p:cNvPr>
                <p:cNvSpPr txBox="1">
                  <a:spLocks/>
                </p:cNvSpPr>
                <p:nvPr/>
              </p:nvSpPr>
              <p:spPr>
                <a:xfrm>
                  <a:off x="6922293" y="4581308"/>
                  <a:ext cx="1036321" cy="476616"/>
                </a:xfrm>
                <a:prstGeom prst="rect">
                  <a:avLst/>
                </a:prstGeom>
                <a:noFill/>
              </p:spPr>
              <p:txBody>
                <a:bodyPr wrap="square" rtlCol="0">
                  <a:spAutoFit/>
                </a:bodyPr>
                <a:lstStyle/>
                <a:p>
                  <a:pPr>
                    <a:spcAft>
                      <a:spcPts val="300"/>
                    </a:spcAft>
                  </a:pPr>
                  <a:r>
                    <a:rPr lang="en-US" sz="1200" b="1" dirty="0" err="1">
                      <a:latin typeface="Lexend" pitchFamily="2" charset="0"/>
                    </a:rPr>
                    <a:t>LxWxH</a:t>
                  </a:r>
                  <a:r>
                    <a:rPr lang="en-US" sz="1200" b="1" dirty="0">
                      <a:latin typeface="Lexend" pitchFamily="2" charset="0"/>
                    </a:rPr>
                    <a:t>(mm)</a:t>
                  </a:r>
                </a:p>
                <a:p>
                  <a:r>
                    <a:rPr lang="en-US" sz="1200" b="1" dirty="0" err="1">
                      <a:latin typeface="Lexend" pitchFamily="2" charset="0"/>
                    </a:rPr>
                    <a:t>100x60x55</a:t>
                  </a:r>
                  <a:endParaRPr lang="en-US" sz="1200" b="1" dirty="0">
                    <a:latin typeface="Lexend" pitchFamily="2" charset="0"/>
                  </a:endParaRPr>
                </a:p>
              </p:txBody>
            </p:sp>
            <p:pic>
              <p:nvPicPr>
                <p:cNvPr id="108" name="Picture 107">
                  <a:extLst>
                    <a:ext uri="{FF2B5EF4-FFF2-40B4-BE49-F238E27FC236}">
                      <a16:creationId xmlns:a16="http://schemas.microsoft.com/office/drawing/2014/main" id="{70422144-11B6-ABEC-DAA6-7EF7F389D7F7}"/>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9322" b="89831" l="4237" r="94492">
                              <a14:foregroundMark x1="8475" y1="42797" x2="8475" y2="42797"/>
                              <a14:foregroundMark x1="91102" y1="36864" x2="91525" y2="41525"/>
                              <a14:foregroundMark x1="94492" y1="43644" x2="94915" y2="44068"/>
                              <a14:foregroundMark x1="5085" y1="41525" x2="4661" y2="41525"/>
                              <a14:foregroundMark x1="71610" y1="9322" x2="71610" y2="9322"/>
                            </a14:backgroundRemoval>
                          </a14:imgEffect>
                        </a14:imgLayer>
                      </a14:imgProps>
                    </a:ext>
                  </a:extLst>
                </a:blip>
                <a:srcRect t="6334" b="13496"/>
                <a:stretch>
                  <a:fillRect/>
                </a:stretch>
              </p:blipFill>
              <p:spPr>
                <a:xfrm>
                  <a:off x="7802241" y="4477391"/>
                  <a:ext cx="604614" cy="484716"/>
                </a:xfrm>
                <a:prstGeom prst="rect">
                  <a:avLst/>
                </a:prstGeom>
              </p:spPr>
            </p:pic>
          </p:grpSp>
          <p:grpSp>
            <p:nvGrpSpPr>
              <p:cNvPr id="101" name="Group 100">
                <a:extLst>
                  <a:ext uri="{FF2B5EF4-FFF2-40B4-BE49-F238E27FC236}">
                    <a16:creationId xmlns:a16="http://schemas.microsoft.com/office/drawing/2014/main" id="{0C8947DC-830F-65E6-AD15-4AC9999C1380}"/>
                  </a:ext>
                </a:extLst>
              </p:cNvPr>
              <p:cNvGrpSpPr/>
              <p:nvPr/>
            </p:nvGrpSpPr>
            <p:grpSpPr>
              <a:xfrm>
                <a:off x="8532039" y="4755928"/>
                <a:ext cx="179070" cy="293302"/>
                <a:chOff x="5146501" y="5260657"/>
                <a:chExt cx="179070" cy="293302"/>
              </a:xfrm>
            </p:grpSpPr>
            <p:sp>
              <p:nvSpPr>
                <p:cNvPr id="102" name="Oval 101">
                  <a:extLst>
                    <a:ext uri="{FF2B5EF4-FFF2-40B4-BE49-F238E27FC236}">
                      <a16:creationId xmlns:a16="http://schemas.microsoft.com/office/drawing/2014/main" id="{10194907-F598-E159-F3F3-1B8C1A5F50BC}"/>
                    </a:ext>
                  </a:extLst>
                </p:cNvPr>
                <p:cNvSpPr/>
                <p:nvPr/>
              </p:nvSpPr>
              <p:spPr>
                <a:xfrm>
                  <a:off x="5146501" y="5303832"/>
                  <a:ext cx="179070" cy="17907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p>
              </p:txBody>
            </p:sp>
            <p:sp>
              <p:nvSpPr>
                <p:cNvPr id="103" name="TextBox 102">
                  <a:extLst>
                    <a:ext uri="{FF2B5EF4-FFF2-40B4-BE49-F238E27FC236}">
                      <a16:creationId xmlns:a16="http://schemas.microsoft.com/office/drawing/2014/main" id="{5DABDE22-FD1E-A115-4D03-5864BDE3BE03}"/>
                    </a:ext>
                  </a:extLst>
                </p:cNvPr>
                <p:cNvSpPr txBox="1"/>
                <p:nvPr/>
              </p:nvSpPr>
              <p:spPr>
                <a:xfrm>
                  <a:off x="5173171" y="5260657"/>
                  <a:ext cx="59055" cy="293302"/>
                </a:xfrm>
                <a:prstGeom prst="rect">
                  <a:avLst/>
                </a:prstGeom>
                <a:noFill/>
              </p:spPr>
              <p:txBody>
                <a:bodyPr wrap="square" rtlCol="0">
                  <a:spAutoFit/>
                </a:bodyPr>
                <a:lstStyle/>
                <a:p>
                  <a:r>
                    <a:rPr lang="en-US" sz="1400" b="1" dirty="0">
                      <a:solidFill>
                        <a:srgbClr val="FF0000"/>
                      </a:solidFill>
                    </a:rPr>
                    <a:t>b</a:t>
                  </a:r>
                </a:p>
              </p:txBody>
            </p:sp>
          </p:grpSp>
        </p:grpSp>
        <p:grpSp>
          <p:nvGrpSpPr>
            <p:cNvPr id="90" name="Group 89">
              <a:extLst>
                <a:ext uri="{FF2B5EF4-FFF2-40B4-BE49-F238E27FC236}">
                  <a16:creationId xmlns:a16="http://schemas.microsoft.com/office/drawing/2014/main" id="{0E035BC1-121E-09AD-08E5-2EEBD1E8FB8A}"/>
                </a:ext>
              </a:extLst>
            </p:cNvPr>
            <p:cNvGrpSpPr/>
            <p:nvPr/>
          </p:nvGrpSpPr>
          <p:grpSpPr>
            <a:xfrm>
              <a:off x="78192" y="3439474"/>
              <a:ext cx="1423792" cy="816618"/>
              <a:chOff x="7207155" y="5038496"/>
              <a:chExt cx="1423792" cy="816618"/>
            </a:xfrm>
          </p:grpSpPr>
          <p:grpSp>
            <p:nvGrpSpPr>
              <p:cNvPr id="91" name="Group 90">
                <a:extLst>
                  <a:ext uri="{FF2B5EF4-FFF2-40B4-BE49-F238E27FC236}">
                    <a16:creationId xmlns:a16="http://schemas.microsoft.com/office/drawing/2014/main" id="{18714BF4-EA2F-CC01-7BC0-E57F99822F93}"/>
                  </a:ext>
                </a:extLst>
              </p:cNvPr>
              <p:cNvGrpSpPr/>
              <p:nvPr/>
            </p:nvGrpSpPr>
            <p:grpSpPr>
              <a:xfrm>
                <a:off x="7207155" y="5038496"/>
                <a:ext cx="1423792" cy="816618"/>
                <a:chOff x="6909402" y="5002980"/>
                <a:chExt cx="1423792" cy="816618"/>
              </a:xfrm>
            </p:grpSpPr>
            <p:sp>
              <p:nvSpPr>
                <p:cNvPr id="95" name="Rectangle 94">
                  <a:extLst>
                    <a:ext uri="{FF2B5EF4-FFF2-40B4-BE49-F238E27FC236}">
                      <a16:creationId xmlns:a16="http://schemas.microsoft.com/office/drawing/2014/main" id="{857DBBE4-678F-1C53-2D9D-A2D3A16A7528}"/>
                    </a:ext>
                  </a:extLst>
                </p:cNvPr>
                <p:cNvSpPr>
                  <a:spLocks/>
                </p:cNvSpPr>
                <p:nvPr/>
              </p:nvSpPr>
              <p:spPr>
                <a:xfrm>
                  <a:off x="6956659" y="5045450"/>
                  <a:ext cx="1299038" cy="743024"/>
                </a:xfrm>
                <a:prstGeom prst="rect">
                  <a:avLst/>
                </a:prstGeom>
                <a:solidFill>
                  <a:schemeClr val="bg1"/>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p>
              </p:txBody>
            </p:sp>
            <p:sp>
              <p:nvSpPr>
                <p:cNvPr id="96" name="TextBox 95">
                  <a:extLst>
                    <a:ext uri="{FF2B5EF4-FFF2-40B4-BE49-F238E27FC236}">
                      <a16:creationId xmlns:a16="http://schemas.microsoft.com/office/drawing/2014/main" id="{2707073F-1F6F-9324-EFE4-E99E44B8DB87}"/>
                    </a:ext>
                  </a:extLst>
                </p:cNvPr>
                <p:cNvSpPr txBox="1">
                  <a:spLocks/>
                </p:cNvSpPr>
                <p:nvPr/>
              </p:nvSpPr>
              <p:spPr>
                <a:xfrm>
                  <a:off x="7234219" y="5002980"/>
                  <a:ext cx="1063419" cy="322631"/>
                </a:xfrm>
                <a:prstGeom prst="rect">
                  <a:avLst/>
                </a:prstGeom>
                <a:noFill/>
              </p:spPr>
              <p:txBody>
                <a:bodyPr wrap="square" rtlCol="0">
                  <a:spAutoFit/>
                </a:bodyPr>
                <a:lstStyle/>
                <a:p>
                  <a:r>
                    <a:rPr lang="en-US" sz="1600" b="1" dirty="0">
                      <a:solidFill>
                        <a:srgbClr val="0070C0"/>
                      </a:solidFill>
                      <a:latin typeface="Lexend" pitchFamily="2" charset="0"/>
                    </a:rPr>
                    <a:t>Capacitor</a:t>
                  </a:r>
                </a:p>
              </p:txBody>
            </p:sp>
            <p:sp>
              <p:nvSpPr>
                <p:cNvPr id="97" name="TextBox 96">
                  <a:extLst>
                    <a:ext uri="{FF2B5EF4-FFF2-40B4-BE49-F238E27FC236}">
                      <a16:creationId xmlns:a16="http://schemas.microsoft.com/office/drawing/2014/main" id="{A8647274-00AC-0F89-6BC4-6C628E12329D}"/>
                    </a:ext>
                  </a:extLst>
                </p:cNvPr>
                <p:cNvSpPr txBox="1">
                  <a:spLocks/>
                </p:cNvSpPr>
                <p:nvPr/>
              </p:nvSpPr>
              <p:spPr>
                <a:xfrm>
                  <a:off x="7246765" y="5355204"/>
                  <a:ext cx="907900" cy="464394"/>
                </a:xfrm>
                <a:prstGeom prst="rect">
                  <a:avLst/>
                </a:prstGeom>
                <a:noFill/>
              </p:spPr>
              <p:txBody>
                <a:bodyPr wrap="square" rtlCol="0">
                  <a:spAutoFit/>
                </a:bodyPr>
                <a:lstStyle/>
                <a:p>
                  <a:pPr>
                    <a:spcAft>
                      <a:spcPts val="200"/>
                    </a:spcAft>
                  </a:pPr>
                  <a:r>
                    <a:rPr lang="en-US" sz="1200" b="1" dirty="0" err="1">
                      <a:latin typeface="Lexend" pitchFamily="2" charset="0"/>
                    </a:rPr>
                    <a:t>LxD</a:t>
                  </a:r>
                  <a:r>
                    <a:rPr lang="en-US" sz="1200" b="1" dirty="0">
                      <a:latin typeface="Lexend" pitchFamily="2" charset="0"/>
                    </a:rPr>
                    <a:t>(mm): </a:t>
                  </a:r>
                </a:p>
                <a:p>
                  <a:pPr>
                    <a:spcAft>
                      <a:spcPts val="600"/>
                    </a:spcAft>
                  </a:pPr>
                  <a:r>
                    <a:rPr lang="en-US" sz="1200" b="1" dirty="0" err="1">
                      <a:latin typeface="Lexend" pitchFamily="2" charset="0"/>
                    </a:rPr>
                    <a:t>118.2x64.3</a:t>
                  </a:r>
                  <a:endParaRPr lang="en-US" sz="1200" b="1" dirty="0">
                    <a:latin typeface="Lexend" pitchFamily="2" charset="0"/>
                  </a:endParaRPr>
                </a:p>
              </p:txBody>
            </p:sp>
            <p:pic>
              <p:nvPicPr>
                <p:cNvPr id="98" name="Picture 97">
                  <a:extLst>
                    <a:ext uri="{FF2B5EF4-FFF2-40B4-BE49-F238E27FC236}">
                      <a16:creationId xmlns:a16="http://schemas.microsoft.com/office/drawing/2014/main" id="{072DA37E-2CB7-7A20-02F2-24AFEFF54C8B}"/>
                    </a:ext>
                  </a:extLst>
                </p:cNvPr>
                <p:cNvPicPr>
                  <a:picLocks noChangeAspect="1"/>
                </p:cNvPicPr>
                <p:nvPr/>
              </p:nvPicPr>
              <p:blipFill>
                <a:blip r:embed="rId17">
                  <a:extLst>
                    <a:ext uri="{BEBA8EAE-BF5A-486C-A8C5-ECC9F3942E4B}">
                      <a14:imgProps xmlns:a14="http://schemas.microsoft.com/office/drawing/2010/main">
                        <a14:imgLayer r:embed="rId18">
                          <a14:imgEffect>
                            <a14:backgroundRemoval t="5369" b="93960" l="10000" r="90000">
                              <a14:foregroundMark x1="52667" y1="93960" x2="52667" y2="93960"/>
                              <a14:foregroundMark x1="47333" y1="8725" x2="47333" y2="8725"/>
                              <a14:foregroundMark x1="58000" y1="7383" x2="58000" y2="7383"/>
                              <a14:foregroundMark x1="39333" y1="5369" x2="39333" y2="5369"/>
                              <a14:foregroundMark x1="58667" y1="6040" x2="58667" y2="6040"/>
                              <a14:foregroundMark x1="26667" y1="69128" x2="29333" y2="83221"/>
                            </a14:backgroundRemoval>
                          </a14:imgEffect>
                        </a14:imgLayer>
                      </a14:imgProps>
                    </a:ext>
                  </a:extLst>
                </a:blip>
                <a:stretch>
                  <a:fillRect/>
                </a:stretch>
              </p:blipFill>
              <p:spPr>
                <a:xfrm>
                  <a:off x="6909402" y="5170648"/>
                  <a:ext cx="529275" cy="525746"/>
                </a:xfrm>
                <a:prstGeom prst="rect">
                  <a:avLst/>
                </a:prstGeom>
              </p:spPr>
            </p:pic>
            <p:sp>
              <p:nvSpPr>
                <p:cNvPr id="99" name="TextBox 98">
                  <a:extLst>
                    <a:ext uri="{FF2B5EF4-FFF2-40B4-BE49-F238E27FC236}">
                      <a16:creationId xmlns:a16="http://schemas.microsoft.com/office/drawing/2014/main" id="{27415CE6-991D-06AA-3D14-72320EFA90DD}"/>
                    </a:ext>
                  </a:extLst>
                </p:cNvPr>
                <p:cNvSpPr txBox="1">
                  <a:spLocks/>
                </p:cNvSpPr>
                <p:nvPr/>
              </p:nvSpPr>
              <p:spPr>
                <a:xfrm>
                  <a:off x="7242569" y="5190545"/>
                  <a:ext cx="1090625" cy="249306"/>
                </a:xfrm>
                <a:prstGeom prst="rect">
                  <a:avLst/>
                </a:prstGeom>
                <a:noFill/>
              </p:spPr>
              <p:txBody>
                <a:bodyPr wrap="square" rtlCol="0">
                  <a:spAutoFit/>
                </a:bodyPr>
                <a:lstStyle/>
                <a:p>
                  <a:r>
                    <a:rPr lang="en-US" sz="1100" b="1" dirty="0" err="1">
                      <a:solidFill>
                        <a:srgbClr val="FF0000"/>
                      </a:solidFill>
                      <a:latin typeface="Lexend" pitchFamily="2" charset="0"/>
                    </a:rPr>
                    <a:t>450V</a:t>
                  </a:r>
                  <a:r>
                    <a:rPr lang="en-US" sz="1100" b="1" dirty="0">
                      <a:solidFill>
                        <a:srgbClr val="FF0000"/>
                      </a:solidFill>
                      <a:latin typeface="Lexend" pitchFamily="2" charset="0"/>
                    </a:rPr>
                    <a:t>, </a:t>
                  </a:r>
                  <a:r>
                    <a:rPr lang="en-US" sz="1100" b="1" dirty="0" err="1">
                      <a:solidFill>
                        <a:srgbClr val="FF0000"/>
                      </a:solidFill>
                      <a:latin typeface="Lexend" pitchFamily="2" charset="0"/>
                    </a:rPr>
                    <a:t>4700uF</a:t>
                  </a:r>
                  <a:endParaRPr lang="en-US" sz="1100" b="1" dirty="0">
                    <a:solidFill>
                      <a:srgbClr val="FF0000"/>
                    </a:solidFill>
                    <a:latin typeface="Lexend" pitchFamily="2" charset="0"/>
                  </a:endParaRPr>
                </a:p>
              </p:txBody>
            </p:sp>
          </p:grpSp>
          <p:grpSp>
            <p:nvGrpSpPr>
              <p:cNvPr id="92" name="Group 91">
                <a:extLst>
                  <a:ext uri="{FF2B5EF4-FFF2-40B4-BE49-F238E27FC236}">
                    <a16:creationId xmlns:a16="http://schemas.microsoft.com/office/drawing/2014/main" id="{50CBE8BD-8C05-390B-2FFE-9B06F80739AE}"/>
                  </a:ext>
                </a:extLst>
              </p:cNvPr>
              <p:cNvGrpSpPr/>
              <p:nvPr/>
            </p:nvGrpSpPr>
            <p:grpSpPr>
              <a:xfrm>
                <a:off x="8332626" y="5544510"/>
                <a:ext cx="179070" cy="293302"/>
                <a:chOff x="5146501" y="5260657"/>
                <a:chExt cx="179070" cy="293302"/>
              </a:xfrm>
            </p:grpSpPr>
            <p:sp>
              <p:nvSpPr>
                <p:cNvPr id="93" name="Oval 92">
                  <a:extLst>
                    <a:ext uri="{FF2B5EF4-FFF2-40B4-BE49-F238E27FC236}">
                      <a16:creationId xmlns:a16="http://schemas.microsoft.com/office/drawing/2014/main" id="{2118A311-1623-1F41-3B3D-00666BC5C428}"/>
                    </a:ext>
                  </a:extLst>
                </p:cNvPr>
                <p:cNvSpPr/>
                <p:nvPr/>
              </p:nvSpPr>
              <p:spPr>
                <a:xfrm>
                  <a:off x="5146501" y="5303832"/>
                  <a:ext cx="179070" cy="17907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p>
              </p:txBody>
            </p:sp>
            <p:sp>
              <p:nvSpPr>
                <p:cNvPr id="94" name="TextBox 93">
                  <a:extLst>
                    <a:ext uri="{FF2B5EF4-FFF2-40B4-BE49-F238E27FC236}">
                      <a16:creationId xmlns:a16="http://schemas.microsoft.com/office/drawing/2014/main" id="{DCEE1531-A52C-C757-7A6B-66FB8343A350}"/>
                    </a:ext>
                  </a:extLst>
                </p:cNvPr>
                <p:cNvSpPr txBox="1"/>
                <p:nvPr/>
              </p:nvSpPr>
              <p:spPr>
                <a:xfrm>
                  <a:off x="5173171" y="5260657"/>
                  <a:ext cx="59055" cy="293302"/>
                </a:xfrm>
                <a:prstGeom prst="rect">
                  <a:avLst/>
                </a:prstGeom>
                <a:noFill/>
              </p:spPr>
              <p:txBody>
                <a:bodyPr wrap="square" rtlCol="0">
                  <a:spAutoFit/>
                </a:bodyPr>
                <a:lstStyle/>
                <a:p>
                  <a:r>
                    <a:rPr lang="en-US" sz="1400" b="1" dirty="0">
                      <a:solidFill>
                        <a:srgbClr val="FF0000"/>
                      </a:solidFill>
                    </a:rPr>
                    <a:t>c</a:t>
                  </a:r>
                </a:p>
              </p:txBody>
            </p:sp>
          </p:grpSp>
        </p:grpSp>
      </p:grpSp>
      <p:grpSp>
        <p:nvGrpSpPr>
          <p:cNvPr id="122" name="Group 121">
            <a:extLst>
              <a:ext uri="{FF2B5EF4-FFF2-40B4-BE49-F238E27FC236}">
                <a16:creationId xmlns:a16="http://schemas.microsoft.com/office/drawing/2014/main" id="{19F8E369-2CBB-ABB7-BF9D-CB215FEF7CD2}"/>
              </a:ext>
            </a:extLst>
          </p:cNvPr>
          <p:cNvGrpSpPr/>
          <p:nvPr/>
        </p:nvGrpSpPr>
        <p:grpSpPr>
          <a:xfrm>
            <a:off x="5268612" y="2832804"/>
            <a:ext cx="1542213" cy="642493"/>
            <a:chOff x="5258884" y="3195972"/>
            <a:chExt cx="1542213" cy="642493"/>
          </a:xfrm>
        </p:grpSpPr>
        <p:pic>
          <p:nvPicPr>
            <p:cNvPr id="123" name="Picture 2" descr="Beijing EFE Electronic Technology Co.,Ltd－－Industry Transducer of LEM">
              <a:extLst>
                <a:ext uri="{FF2B5EF4-FFF2-40B4-BE49-F238E27FC236}">
                  <a16:creationId xmlns:a16="http://schemas.microsoft.com/office/drawing/2014/main" id="{F1F2F2CA-58F9-6676-3F56-959F640FBFE1}"/>
                </a:ext>
              </a:extLst>
            </p:cNvPr>
            <p:cNvPicPr>
              <a:picLocks noChangeAspect="1" noChangeArrowheads="1"/>
            </p:cNvPicPr>
            <p:nvPr/>
          </p:nvPicPr>
          <p:blipFill>
            <a:blip r:embed="rId19" cstate="print">
              <a:extLst>
                <a:ext uri="{BEBA8EAE-BF5A-486C-A8C5-ECC9F3942E4B}">
                  <a14:imgProps xmlns:a14="http://schemas.microsoft.com/office/drawing/2010/main">
                    <a14:imgLayer r:embed="rId20">
                      <a14:imgEffect>
                        <a14:backgroundRemoval t="10000" b="90000" l="4762" r="95714">
                          <a14:foregroundMark x1="13333" y1="73333" x2="12943" y2="75284"/>
                          <a14:foregroundMark x1="22857" y1="75714" x2="22653" y2="77143"/>
                          <a14:foregroundMark x1="13333" y1="71905" x2="12509" y2="75066"/>
                          <a14:foregroundMark x1="6667" y1="52857" x2="5238" y2="59524"/>
                          <a14:foregroundMark x1="21297" y1="82471" x2="20952" y2="83333"/>
                          <a14:foregroundMark x1="91429" y1="24286" x2="89524" y2="50952"/>
                          <a14:foregroundMark x1="95714" y1="32857" x2="95714" y2="32857"/>
                          <a14:foregroundMark x1="70952" y1="83810" x2="69048" y2="90000"/>
                          <a14:foregroundMark x1="22381" y1="78571" x2="21905" y2="80952"/>
                          <a14:foregroundMark x1="21429" y1="80000" x2="20476" y2="83810"/>
                          <a14:backgroundMark x1="59763" y1="85754" x2="42857" y2="81429"/>
                          <a14:backgroundMark x1="27710" y1="79623" x2="26190" y2="78571"/>
                          <a14:backgroundMark x1="32381" y1="82857" x2="31913" y2="82533"/>
                          <a14:backgroundMark x1="20000" y1="77143" x2="20000" y2="78102"/>
                          <a14:backgroundMark x1="20952" y1="78095" x2="20931" y2="78285"/>
                          <a14:backgroundMark x1="11905" y1="74762" x2="6667" y2="84286"/>
                        </a14:backgroundRemoval>
                      </a14:imgEffect>
                    </a14:imgLayer>
                  </a14:imgProps>
                </a:ext>
                <a:ext uri="{28A0092B-C50C-407E-A947-70E740481C1C}">
                  <a14:useLocalDpi xmlns:a14="http://schemas.microsoft.com/office/drawing/2010/main" val="0"/>
                </a:ext>
              </a:extLst>
            </a:blip>
            <a:srcRect/>
            <a:stretch>
              <a:fillRect/>
            </a:stretch>
          </p:blipFill>
          <p:spPr bwMode="auto">
            <a:xfrm>
              <a:off x="5298884" y="3387626"/>
              <a:ext cx="412934" cy="412934"/>
            </a:xfrm>
            <a:prstGeom prst="rect">
              <a:avLst/>
            </a:prstGeom>
            <a:noFill/>
            <a:extLst>
              <a:ext uri="{909E8E84-426E-40DD-AFC4-6F175D3DCCD1}">
                <a14:hiddenFill xmlns:a14="http://schemas.microsoft.com/office/drawing/2010/main">
                  <a:solidFill>
                    <a:srgbClr val="FFFFFF"/>
                  </a:solidFill>
                </a14:hiddenFill>
              </a:ext>
            </a:extLst>
          </p:spPr>
        </p:pic>
        <p:sp>
          <p:nvSpPr>
            <p:cNvPr id="124" name="Rectangle 123">
              <a:extLst>
                <a:ext uri="{FF2B5EF4-FFF2-40B4-BE49-F238E27FC236}">
                  <a16:creationId xmlns:a16="http://schemas.microsoft.com/office/drawing/2014/main" id="{4EE4B565-C457-30A9-F135-560064F7C8E8}"/>
                </a:ext>
              </a:extLst>
            </p:cNvPr>
            <p:cNvSpPr>
              <a:spLocks/>
            </p:cNvSpPr>
            <p:nvPr/>
          </p:nvSpPr>
          <p:spPr>
            <a:xfrm>
              <a:off x="5258884" y="3195972"/>
              <a:ext cx="1486718" cy="615454"/>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a:p>
          </p:txBody>
        </p:sp>
        <p:sp>
          <p:nvSpPr>
            <p:cNvPr id="125" name="TextBox 124">
              <a:extLst>
                <a:ext uri="{FF2B5EF4-FFF2-40B4-BE49-F238E27FC236}">
                  <a16:creationId xmlns:a16="http://schemas.microsoft.com/office/drawing/2014/main" id="{11BC68C9-DF48-EC82-D17A-0022D606280A}"/>
                </a:ext>
              </a:extLst>
            </p:cNvPr>
            <p:cNvSpPr txBox="1"/>
            <p:nvPr/>
          </p:nvSpPr>
          <p:spPr>
            <a:xfrm>
              <a:off x="5701862" y="3576855"/>
              <a:ext cx="1096907" cy="261610"/>
            </a:xfrm>
            <a:prstGeom prst="rect">
              <a:avLst/>
            </a:prstGeom>
            <a:noFill/>
          </p:spPr>
          <p:txBody>
            <a:bodyPr wrap="square" rtlCol="0">
              <a:spAutoFit/>
            </a:bodyPr>
            <a:lstStyle/>
            <a:p>
              <a:r>
                <a:rPr lang="en-US" sz="1050" b="1" dirty="0">
                  <a:solidFill>
                    <a:srgbClr val="FF0000"/>
                  </a:solidFill>
                  <a:latin typeface="Lexend" pitchFamily="2" charset="0"/>
                </a:rPr>
                <a:t>Ratio: 1/1000</a:t>
              </a:r>
            </a:p>
          </p:txBody>
        </p:sp>
        <p:sp>
          <p:nvSpPr>
            <p:cNvPr id="126" name="TextBox 125">
              <a:extLst>
                <a:ext uri="{FF2B5EF4-FFF2-40B4-BE49-F238E27FC236}">
                  <a16:creationId xmlns:a16="http://schemas.microsoft.com/office/drawing/2014/main" id="{5FBB754D-C328-52D5-25DA-DE0B9D1CC593}"/>
                </a:ext>
              </a:extLst>
            </p:cNvPr>
            <p:cNvSpPr txBox="1"/>
            <p:nvPr/>
          </p:nvSpPr>
          <p:spPr>
            <a:xfrm>
              <a:off x="5642524" y="3396214"/>
              <a:ext cx="1158573" cy="307777"/>
            </a:xfrm>
            <a:prstGeom prst="rect">
              <a:avLst/>
            </a:prstGeom>
            <a:noFill/>
          </p:spPr>
          <p:txBody>
            <a:bodyPr wrap="square" rtlCol="0">
              <a:spAutoFit/>
            </a:bodyPr>
            <a:lstStyle/>
            <a:p>
              <a:r>
                <a:rPr lang="en-US" sz="1400" b="1" dirty="0">
                  <a:solidFill>
                    <a:srgbClr val="0070C0"/>
                  </a:solidFill>
                  <a:latin typeface="Lexend" pitchFamily="2" charset="0"/>
                </a:rPr>
                <a:t>LEM LA-</a:t>
              </a:r>
              <a:r>
                <a:rPr lang="en-US" sz="1400" b="1" dirty="0" err="1">
                  <a:solidFill>
                    <a:srgbClr val="0070C0"/>
                  </a:solidFill>
                  <a:latin typeface="Lexend" pitchFamily="2" charset="0"/>
                </a:rPr>
                <a:t>55P</a:t>
              </a:r>
              <a:endParaRPr lang="en-US" sz="1400" b="1" dirty="0">
                <a:solidFill>
                  <a:srgbClr val="0070C0"/>
                </a:solidFill>
                <a:latin typeface="Lexend" pitchFamily="2" charset="0"/>
              </a:endParaRPr>
            </a:p>
          </p:txBody>
        </p:sp>
        <p:sp>
          <p:nvSpPr>
            <p:cNvPr id="127" name="TextBox 126">
              <a:extLst>
                <a:ext uri="{FF2B5EF4-FFF2-40B4-BE49-F238E27FC236}">
                  <a16:creationId xmlns:a16="http://schemas.microsoft.com/office/drawing/2014/main" id="{9480D2B6-1ABE-35A2-9C90-B3ECD2C141EB}"/>
                </a:ext>
              </a:extLst>
            </p:cNvPr>
            <p:cNvSpPr txBox="1"/>
            <p:nvPr/>
          </p:nvSpPr>
          <p:spPr>
            <a:xfrm>
              <a:off x="5519212" y="3196160"/>
              <a:ext cx="1184203" cy="261610"/>
            </a:xfrm>
            <a:prstGeom prst="rect">
              <a:avLst/>
            </a:prstGeom>
            <a:noFill/>
          </p:spPr>
          <p:txBody>
            <a:bodyPr wrap="square" rtlCol="0">
              <a:spAutoFit/>
            </a:bodyPr>
            <a:lstStyle/>
            <a:p>
              <a:pPr>
                <a:spcAft>
                  <a:spcPts val="600"/>
                </a:spcAft>
              </a:pPr>
              <a:r>
                <a:rPr lang="en-US" sz="1050" b="1" dirty="0">
                  <a:latin typeface="Lexend" pitchFamily="2" charset="0"/>
                </a:rPr>
                <a:t>Current sensor</a:t>
              </a:r>
            </a:p>
          </p:txBody>
        </p:sp>
      </p:grpSp>
      <p:cxnSp>
        <p:nvCxnSpPr>
          <p:cNvPr id="128" name="Straight Connector 127">
            <a:extLst>
              <a:ext uri="{FF2B5EF4-FFF2-40B4-BE49-F238E27FC236}">
                <a16:creationId xmlns:a16="http://schemas.microsoft.com/office/drawing/2014/main" id="{1AD57CD4-77CD-493A-05C1-665E90EC7A14}"/>
              </a:ext>
            </a:extLst>
          </p:cNvPr>
          <p:cNvCxnSpPr>
            <a:cxnSpLocks/>
          </p:cNvCxnSpPr>
          <p:nvPr/>
        </p:nvCxnSpPr>
        <p:spPr>
          <a:xfrm flipV="1">
            <a:off x="5437708" y="3454904"/>
            <a:ext cx="170180" cy="246221"/>
          </a:xfrm>
          <a:prstGeom prst="line">
            <a:avLst/>
          </a:prstGeom>
          <a:ln w="28575">
            <a:solidFill>
              <a:srgbClr val="A60A7D"/>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29" name="Group 128">
            <a:extLst>
              <a:ext uri="{FF2B5EF4-FFF2-40B4-BE49-F238E27FC236}">
                <a16:creationId xmlns:a16="http://schemas.microsoft.com/office/drawing/2014/main" id="{01362AD6-BAAA-0E48-7392-791B4441C753}"/>
              </a:ext>
            </a:extLst>
          </p:cNvPr>
          <p:cNvGrpSpPr/>
          <p:nvPr/>
        </p:nvGrpSpPr>
        <p:grpSpPr>
          <a:xfrm>
            <a:off x="9507085" y="1187742"/>
            <a:ext cx="2654844" cy="584775"/>
            <a:chOff x="9608162" y="2377661"/>
            <a:chExt cx="2463438" cy="584775"/>
          </a:xfrm>
        </p:grpSpPr>
        <p:sp>
          <p:nvSpPr>
            <p:cNvPr id="130" name="Rectangle 129">
              <a:extLst>
                <a:ext uri="{FF2B5EF4-FFF2-40B4-BE49-F238E27FC236}">
                  <a16:creationId xmlns:a16="http://schemas.microsoft.com/office/drawing/2014/main" id="{358D24A6-D703-BB1B-6E7A-20AE145C0B90}"/>
                </a:ext>
              </a:extLst>
            </p:cNvPr>
            <p:cNvSpPr/>
            <p:nvPr/>
          </p:nvSpPr>
          <p:spPr>
            <a:xfrm>
              <a:off x="9608162" y="2400746"/>
              <a:ext cx="2463438" cy="478278"/>
            </a:xfrm>
            <a:prstGeom prst="rect">
              <a:avLst/>
            </a:prstGeom>
            <a:solidFill>
              <a:schemeClr val="bg1"/>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p>
          </p:txBody>
        </p:sp>
        <p:sp>
          <p:nvSpPr>
            <p:cNvPr id="131" name="TextBox 130">
              <a:extLst>
                <a:ext uri="{FF2B5EF4-FFF2-40B4-BE49-F238E27FC236}">
                  <a16:creationId xmlns:a16="http://schemas.microsoft.com/office/drawing/2014/main" id="{0071318E-5136-4A34-8E9F-DCEBBDD9415D}"/>
                </a:ext>
              </a:extLst>
            </p:cNvPr>
            <p:cNvSpPr txBox="1"/>
            <p:nvPr/>
          </p:nvSpPr>
          <p:spPr>
            <a:xfrm>
              <a:off x="10194009" y="2377661"/>
              <a:ext cx="1857870" cy="584775"/>
            </a:xfrm>
            <a:prstGeom prst="rect">
              <a:avLst/>
            </a:prstGeom>
            <a:noFill/>
          </p:spPr>
          <p:txBody>
            <a:bodyPr wrap="square" rtlCol="0">
              <a:spAutoFit/>
            </a:bodyPr>
            <a:lstStyle/>
            <a:p>
              <a:r>
                <a:rPr lang="en-US" sz="1600" b="1" dirty="0" err="1">
                  <a:solidFill>
                    <a:srgbClr val="0070C0"/>
                  </a:solidFill>
                  <a:latin typeface="Lexend" pitchFamily="2" charset="0"/>
                </a:rPr>
                <a:t>LAUNCHXL-F28379D</a:t>
              </a:r>
              <a:endParaRPr lang="en-US" sz="1600" b="1" dirty="0">
                <a:solidFill>
                  <a:srgbClr val="0070C0"/>
                </a:solidFill>
                <a:latin typeface="Lexend" pitchFamily="2" charset="0"/>
              </a:endParaRPr>
            </a:p>
          </p:txBody>
        </p:sp>
        <p:sp>
          <p:nvSpPr>
            <p:cNvPr id="132" name="TextBox 131">
              <a:extLst>
                <a:ext uri="{FF2B5EF4-FFF2-40B4-BE49-F238E27FC236}">
                  <a16:creationId xmlns:a16="http://schemas.microsoft.com/office/drawing/2014/main" id="{1E58F98B-C62C-D6B8-4EB0-BD4911B7AE33}"/>
                </a:ext>
              </a:extLst>
            </p:cNvPr>
            <p:cNvSpPr txBox="1"/>
            <p:nvPr/>
          </p:nvSpPr>
          <p:spPr>
            <a:xfrm>
              <a:off x="9798740" y="2587340"/>
              <a:ext cx="1677035" cy="261610"/>
            </a:xfrm>
            <a:prstGeom prst="rect">
              <a:avLst/>
            </a:prstGeom>
            <a:noFill/>
          </p:spPr>
          <p:txBody>
            <a:bodyPr wrap="square" rtlCol="0">
              <a:spAutoFit/>
            </a:bodyPr>
            <a:lstStyle/>
            <a:p>
              <a:endParaRPr lang="en-US" sz="1100" b="1" dirty="0">
                <a:solidFill>
                  <a:srgbClr val="FF0000"/>
                </a:solidFill>
                <a:latin typeface="Lexend" pitchFamily="2" charset="0"/>
              </a:endParaRPr>
            </a:p>
          </p:txBody>
        </p:sp>
        <p:grpSp>
          <p:nvGrpSpPr>
            <p:cNvPr id="133" name="Group 132">
              <a:extLst>
                <a:ext uri="{FF2B5EF4-FFF2-40B4-BE49-F238E27FC236}">
                  <a16:creationId xmlns:a16="http://schemas.microsoft.com/office/drawing/2014/main" id="{4BF04D87-BCD1-0CD5-A15B-575E351DEABD}"/>
                </a:ext>
              </a:extLst>
            </p:cNvPr>
            <p:cNvGrpSpPr/>
            <p:nvPr/>
          </p:nvGrpSpPr>
          <p:grpSpPr>
            <a:xfrm>
              <a:off x="9624231" y="2400958"/>
              <a:ext cx="1544961" cy="307777"/>
              <a:chOff x="7503758" y="2506099"/>
              <a:chExt cx="1544961" cy="307777"/>
            </a:xfrm>
          </p:grpSpPr>
          <p:grpSp>
            <p:nvGrpSpPr>
              <p:cNvPr id="134" name="Group 133">
                <a:extLst>
                  <a:ext uri="{FF2B5EF4-FFF2-40B4-BE49-F238E27FC236}">
                    <a16:creationId xmlns:a16="http://schemas.microsoft.com/office/drawing/2014/main" id="{DD6B3F10-ADD6-93FA-7CDF-19C055EC55A5}"/>
                  </a:ext>
                </a:extLst>
              </p:cNvPr>
              <p:cNvGrpSpPr/>
              <p:nvPr/>
            </p:nvGrpSpPr>
            <p:grpSpPr>
              <a:xfrm>
                <a:off x="7503758" y="2506099"/>
                <a:ext cx="179070" cy="307777"/>
                <a:chOff x="5146501" y="5260657"/>
                <a:chExt cx="179070" cy="307777"/>
              </a:xfrm>
            </p:grpSpPr>
            <p:sp>
              <p:nvSpPr>
                <p:cNvPr id="136" name="Oval 135">
                  <a:extLst>
                    <a:ext uri="{FF2B5EF4-FFF2-40B4-BE49-F238E27FC236}">
                      <a16:creationId xmlns:a16="http://schemas.microsoft.com/office/drawing/2014/main" id="{367528D1-1B35-1733-520D-14B9C8F1AE8F}"/>
                    </a:ext>
                  </a:extLst>
                </p:cNvPr>
                <p:cNvSpPr/>
                <p:nvPr/>
              </p:nvSpPr>
              <p:spPr>
                <a:xfrm>
                  <a:off x="5146501" y="5303832"/>
                  <a:ext cx="179070" cy="17907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p>
              </p:txBody>
            </p:sp>
            <p:sp>
              <p:nvSpPr>
                <p:cNvPr id="137" name="TextBox 136">
                  <a:extLst>
                    <a:ext uri="{FF2B5EF4-FFF2-40B4-BE49-F238E27FC236}">
                      <a16:creationId xmlns:a16="http://schemas.microsoft.com/office/drawing/2014/main" id="{9F7951A2-F745-7252-2EB6-7D52443AA3B8}"/>
                    </a:ext>
                  </a:extLst>
                </p:cNvPr>
                <p:cNvSpPr txBox="1"/>
                <p:nvPr/>
              </p:nvSpPr>
              <p:spPr>
                <a:xfrm>
                  <a:off x="5178251" y="5260657"/>
                  <a:ext cx="59055" cy="307777"/>
                </a:xfrm>
                <a:prstGeom prst="rect">
                  <a:avLst/>
                </a:prstGeom>
                <a:noFill/>
              </p:spPr>
              <p:txBody>
                <a:bodyPr wrap="square" rtlCol="0">
                  <a:spAutoFit/>
                </a:bodyPr>
                <a:lstStyle/>
                <a:p>
                  <a:r>
                    <a:rPr lang="en-US" sz="1400" b="1" dirty="0">
                      <a:solidFill>
                        <a:srgbClr val="FF0000"/>
                      </a:solidFill>
                    </a:rPr>
                    <a:t>7</a:t>
                  </a:r>
                </a:p>
              </p:txBody>
            </p:sp>
          </p:grpSp>
          <p:sp>
            <p:nvSpPr>
              <p:cNvPr id="135" name="TextBox 134">
                <a:extLst>
                  <a:ext uri="{FF2B5EF4-FFF2-40B4-BE49-F238E27FC236}">
                    <a16:creationId xmlns:a16="http://schemas.microsoft.com/office/drawing/2014/main" id="{CD523CD7-927D-EB26-5301-72CB133C9505}"/>
                  </a:ext>
                </a:extLst>
              </p:cNvPr>
              <p:cNvSpPr txBox="1"/>
              <p:nvPr/>
            </p:nvSpPr>
            <p:spPr>
              <a:xfrm>
                <a:off x="7626697" y="2510983"/>
                <a:ext cx="1422022" cy="261610"/>
              </a:xfrm>
              <a:prstGeom prst="rect">
                <a:avLst/>
              </a:prstGeom>
              <a:noFill/>
            </p:spPr>
            <p:txBody>
              <a:bodyPr wrap="square" rtlCol="0">
                <a:spAutoFit/>
              </a:bodyPr>
              <a:lstStyle/>
              <a:p>
                <a:pPr>
                  <a:spcAft>
                    <a:spcPts val="600"/>
                  </a:spcAft>
                </a:pPr>
                <a:r>
                  <a:rPr lang="en-US" sz="1100" b="1" dirty="0">
                    <a:latin typeface="Lexend" pitchFamily="2" charset="0"/>
                  </a:rPr>
                  <a:t>MCU</a:t>
                </a:r>
              </a:p>
            </p:txBody>
          </p:sp>
        </p:grpSp>
      </p:grpSp>
      <p:grpSp>
        <p:nvGrpSpPr>
          <p:cNvPr id="138" name="Group 137">
            <a:extLst>
              <a:ext uri="{FF2B5EF4-FFF2-40B4-BE49-F238E27FC236}">
                <a16:creationId xmlns:a16="http://schemas.microsoft.com/office/drawing/2014/main" id="{B7324E35-96DC-5C5A-EF16-9FD1E9EC24DE}"/>
              </a:ext>
            </a:extLst>
          </p:cNvPr>
          <p:cNvGrpSpPr/>
          <p:nvPr/>
        </p:nvGrpSpPr>
        <p:grpSpPr>
          <a:xfrm>
            <a:off x="9155992" y="2640401"/>
            <a:ext cx="2692400" cy="1360738"/>
            <a:chOff x="6096000" y="2739158"/>
            <a:chExt cx="2692400" cy="1360738"/>
          </a:xfrm>
        </p:grpSpPr>
        <p:sp>
          <p:nvSpPr>
            <p:cNvPr id="139" name="Rectangle 138">
              <a:extLst>
                <a:ext uri="{FF2B5EF4-FFF2-40B4-BE49-F238E27FC236}">
                  <a16:creationId xmlns:a16="http://schemas.microsoft.com/office/drawing/2014/main" id="{F48C62E3-CFD2-AE03-2E45-F6C02BF27613}"/>
                </a:ext>
              </a:extLst>
            </p:cNvPr>
            <p:cNvSpPr/>
            <p:nvPr/>
          </p:nvSpPr>
          <p:spPr>
            <a:xfrm>
              <a:off x="6096000" y="2764345"/>
              <a:ext cx="2692400" cy="1329307"/>
            </a:xfrm>
            <a:prstGeom prst="rect">
              <a:avLst/>
            </a:prstGeom>
            <a:solidFill>
              <a:schemeClr val="bg1"/>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p>
          </p:txBody>
        </p:sp>
        <p:grpSp>
          <p:nvGrpSpPr>
            <p:cNvPr id="140" name="Group 139">
              <a:extLst>
                <a:ext uri="{FF2B5EF4-FFF2-40B4-BE49-F238E27FC236}">
                  <a16:creationId xmlns:a16="http://schemas.microsoft.com/office/drawing/2014/main" id="{D3EC13E3-7820-A913-8898-ED82CD197093}"/>
                </a:ext>
              </a:extLst>
            </p:cNvPr>
            <p:cNvGrpSpPr/>
            <p:nvPr/>
          </p:nvGrpSpPr>
          <p:grpSpPr>
            <a:xfrm>
              <a:off x="6177690" y="2739158"/>
              <a:ext cx="1725179" cy="307777"/>
              <a:chOff x="7503758" y="2506099"/>
              <a:chExt cx="1725179" cy="307777"/>
            </a:xfrm>
          </p:grpSpPr>
          <p:grpSp>
            <p:nvGrpSpPr>
              <p:cNvPr id="154" name="Group 153">
                <a:extLst>
                  <a:ext uri="{FF2B5EF4-FFF2-40B4-BE49-F238E27FC236}">
                    <a16:creationId xmlns:a16="http://schemas.microsoft.com/office/drawing/2014/main" id="{2E425549-DF03-B1B0-C0C2-032B2757A3B9}"/>
                  </a:ext>
                </a:extLst>
              </p:cNvPr>
              <p:cNvGrpSpPr/>
              <p:nvPr/>
            </p:nvGrpSpPr>
            <p:grpSpPr>
              <a:xfrm>
                <a:off x="7503758" y="2506099"/>
                <a:ext cx="179070" cy="307777"/>
                <a:chOff x="5146501" y="5260657"/>
                <a:chExt cx="179070" cy="307777"/>
              </a:xfrm>
            </p:grpSpPr>
            <p:sp>
              <p:nvSpPr>
                <p:cNvPr id="156" name="Oval 155">
                  <a:extLst>
                    <a:ext uri="{FF2B5EF4-FFF2-40B4-BE49-F238E27FC236}">
                      <a16:creationId xmlns:a16="http://schemas.microsoft.com/office/drawing/2014/main" id="{449FA3CE-C42A-99B4-38B9-2EBE10582B3B}"/>
                    </a:ext>
                  </a:extLst>
                </p:cNvPr>
                <p:cNvSpPr/>
                <p:nvPr/>
              </p:nvSpPr>
              <p:spPr>
                <a:xfrm>
                  <a:off x="5146501" y="5303832"/>
                  <a:ext cx="179070" cy="17907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p>
              </p:txBody>
            </p:sp>
            <p:sp>
              <p:nvSpPr>
                <p:cNvPr id="157" name="TextBox 156">
                  <a:extLst>
                    <a:ext uri="{FF2B5EF4-FFF2-40B4-BE49-F238E27FC236}">
                      <a16:creationId xmlns:a16="http://schemas.microsoft.com/office/drawing/2014/main" id="{B61AF2AE-484A-D63C-E7BF-16479FEAAB0D}"/>
                    </a:ext>
                  </a:extLst>
                </p:cNvPr>
                <p:cNvSpPr txBox="1"/>
                <p:nvPr/>
              </p:nvSpPr>
              <p:spPr>
                <a:xfrm>
                  <a:off x="5178251" y="5260657"/>
                  <a:ext cx="59055" cy="307777"/>
                </a:xfrm>
                <a:prstGeom prst="rect">
                  <a:avLst/>
                </a:prstGeom>
                <a:noFill/>
              </p:spPr>
              <p:txBody>
                <a:bodyPr wrap="square" rtlCol="0">
                  <a:spAutoFit/>
                </a:bodyPr>
                <a:lstStyle/>
                <a:p>
                  <a:r>
                    <a:rPr lang="en-US" sz="1400" b="1" dirty="0">
                      <a:solidFill>
                        <a:srgbClr val="FF0000"/>
                      </a:solidFill>
                    </a:rPr>
                    <a:t>8</a:t>
                  </a:r>
                </a:p>
              </p:txBody>
            </p:sp>
          </p:grpSp>
          <p:sp>
            <p:nvSpPr>
              <p:cNvPr id="155" name="TextBox 154">
                <a:extLst>
                  <a:ext uri="{FF2B5EF4-FFF2-40B4-BE49-F238E27FC236}">
                    <a16:creationId xmlns:a16="http://schemas.microsoft.com/office/drawing/2014/main" id="{222C37DF-D36D-06A4-CDE0-A99C34493038}"/>
                  </a:ext>
                </a:extLst>
              </p:cNvPr>
              <p:cNvSpPr txBox="1"/>
              <p:nvPr/>
            </p:nvSpPr>
            <p:spPr>
              <a:xfrm>
                <a:off x="7626697" y="2510983"/>
                <a:ext cx="1602240" cy="276999"/>
              </a:xfrm>
              <a:prstGeom prst="rect">
                <a:avLst/>
              </a:prstGeom>
              <a:noFill/>
            </p:spPr>
            <p:txBody>
              <a:bodyPr wrap="square" rtlCol="0">
                <a:spAutoFit/>
              </a:bodyPr>
              <a:lstStyle/>
              <a:p>
                <a:pPr>
                  <a:spcAft>
                    <a:spcPts val="600"/>
                  </a:spcAft>
                </a:pPr>
                <a:r>
                  <a:rPr lang="en-US" sz="1200" b="1" dirty="0">
                    <a:latin typeface="Lexend" pitchFamily="2" charset="0"/>
                  </a:rPr>
                  <a:t>Gate Driver module</a:t>
                </a:r>
              </a:p>
            </p:txBody>
          </p:sp>
        </p:grpSp>
        <p:sp>
          <p:nvSpPr>
            <p:cNvPr id="141" name="Rectangle 140">
              <a:extLst>
                <a:ext uri="{FF2B5EF4-FFF2-40B4-BE49-F238E27FC236}">
                  <a16:creationId xmlns:a16="http://schemas.microsoft.com/office/drawing/2014/main" id="{3B39FF44-E7EB-3920-F7B0-1CCD8483D3AD}"/>
                </a:ext>
              </a:extLst>
            </p:cNvPr>
            <p:cNvSpPr/>
            <p:nvPr/>
          </p:nvSpPr>
          <p:spPr>
            <a:xfrm>
              <a:off x="6146744" y="2994319"/>
              <a:ext cx="2585776" cy="599870"/>
            </a:xfrm>
            <a:prstGeom prst="rect">
              <a:avLst/>
            </a:prstGeom>
            <a:solidFill>
              <a:schemeClr val="bg1"/>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p>
          </p:txBody>
        </p:sp>
        <p:grpSp>
          <p:nvGrpSpPr>
            <p:cNvPr id="142" name="Group 141">
              <a:extLst>
                <a:ext uri="{FF2B5EF4-FFF2-40B4-BE49-F238E27FC236}">
                  <a16:creationId xmlns:a16="http://schemas.microsoft.com/office/drawing/2014/main" id="{639E26BC-1F54-858F-CC56-BC473EBE5731}"/>
                </a:ext>
              </a:extLst>
            </p:cNvPr>
            <p:cNvGrpSpPr/>
            <p:nvPr/>
          </p:nvGrpSpPr>
          <p:grpSpPr>
            <a:xfrm>
              <a:off x="6138321" y="2956188"/>
              <a:ext cx="179070" cy="307777"/>
              <a:chOff x="5146501" y="5260657"/>
              <a:chExt cx="179070" cy="307777"/>
            </a:xfrm>
          </p:grpSpPr>
          <p:sp>
            <p:nvSpPr>
              <p:cNvPr id="152" name="Oval 151">
                <a:extLst>
                  <a:ext uri="{FF2B5EF4-FFF2-40B4-BE49-F238E27FC236}">
                    <a16:creationId xmlns:a16="http://schemas.microsoft.com/office/drawing/2014/main" id="{C1A3B14A-BF45-F11C-A59D-260280B41753}"/>
                  </a:ext>
                </a:extLst>
              </p:cNvPr>
              <p:cNvSpPr/>
              <p:nvPr/>
            </p:nvSpPr>
            <p:spPr>
              <a:xfrm>
                <a:off x="5146501" y="5303832"/>
                <a:ext cx="179070" cy="17907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solidFill>
                    <a:srgbClr val="00B050"/>
                  </a:solidFill>
                </a:endParaRPr>
              </a:p>
            </p:txBody>
          </p:sp>
          <p:sp>
            <p:nvSpPr>
              <p:cNvPr id="153" name="TextBox 152">
                <a:extLst>
                  <a:ext uri="{FF2B5EF4-FFF2-40B4-BE49-F238E27FC236}">
                    <a16:creationId xmlns:a16="http://schemas.microsoft.com/office/drawing/2014/main" id="{A89D0C54-E27E-6F5C-9BB5-6727DD76D6A2}"/>
                  </a:ext>
                </a:extLst>
              </p:cNvPr>
              <p:cNvSpPr txBox="1"/>
              <p:nvPr/>
            </p:nvSpPr>
            <p:spPr>
              <a:xfrm>
                <a:off x="5173171" y="5260657"/>
                <a:ext cx="59055" cy="307777"/>
              </a:xfrm>
              <a:prstGeom prst="rect">
                <a:avLst/>
              </a:prstGeom>
              <a:noFill/>
            </p:spPr>
            <p:txBody>
              <a:bodyPr wrap="square" rtlCol="0">
                <a:spAutoFit/>
              </a:bodyPr>
              <a:lstStyle/>
              <a:p>
                <a:r>
                  <a:rPr lang="en-US" sz="1400" b="1" dirty="0">
                    <a:solidFill>
                      <a:srgbClr val="00B050"/>
                    </a:solidFill>
                  </a:rPr>
                  <a:t>a</a:t>
                </a:r>
              </a:p>
            </p:txBody>
          </p:sp>
        </p:grpSp>
        <p:sp>
          <p:nvSpPr>
            <p:cNvPr id="143" name="TextBox 142">
              <a:extLst>
                <a:ext uri="{FF2B5EF4-FFF2-40B4-BE49-F238E27FC236}">
                  <a16:creationId xmlns:a16="http://schemas.microsoft.com/office/drawing/2014/main" id="{625D8F5B-A55C-F4FB-3D5D-C73F96B5E38B}"/>
                </a:ext>
              </a:extLst>
            </p:cNvPr>
            <p:cNvSpPr txBox="1"/>
            <p:nvPr/>
          </p:nvSpPr>
          <p:spPr>
            <a:xfrm>
              <a:off x="6250716" y="2965458"/>
              <a:ext cx="2130401" cy="338554"/>
            </a:xfrm>
            <a:prstGeom prst="rect">
              <a:avLst/>
            </a:prstGeom>
            <a:noFill/>
          </p:spPr>
          <p:txBody>
            <a:bodyPr wrap="square">
              <a:spAutoFit/>
            </a:bodyPr>
            <a:lstStyle/>
            <a:p>
              <a:r>
                <a:rPr lang="en-US" sz="1600" b="1" dirty="0" err="1">
                  <a:solidFill>
                    <a:srgbClr val="0070C0"/>
                  </a:solidFill>
                  <a:latin typeface="Lexend" pitchFamily="2" charset="0"/>
                </a:rPr>
                <a:t>HCPL316J</a:t>
              </a:r>
              <a:r>
                <a:rPr lang="en-US" sz="1600" b="1" dirty="0">
                  <a:solidFill>
                    <a:srgbClr val="0070C0"/>
                  </a:solidFill>
                  <a:latin typeface="Lexend" pitchFamily="2" charset="0"/>
                </a:rPr>
                <a:t> Application</a:t>
              </a:r>
              <a:endParaRPr lang="en-US" sz="1600" b="1" dirty="0"/>
            </a:p>
          </p:txBody>
        </p:sp>
        <p:sp>
          <p:nvSpPr>
            <p:cNvPr id="144" name="TextBox 143">
              <a:extLst>
                <a:ext uri="{FF2B5EF4-FFF2-40B4-BE49-F238E27FC236}">
                  <a16:creationId xmlns:a16="http://schemas.microsoft.com/office/drawing/2014/main" id="{9791E787-905E-F153-2E11-22F7B20CED4A}"/>
                </a:ext>
              </a:extLst>
            </p:cNvPr>
            <p:cNvSpPr txBox="1"/>
            <p:nvPr/>
          </p:nvSpPr>
          <p:spPr>
            <a:xfrm>
              <a:off x="6112821" y="3132307"/>
              <a:ext cx="2130401" cy="512961"/>
            </a:xfrm>
            <a:prstGeom prst="rect">
              <a:avLst/>
            </a:prstGeom>
            <a:noFill/>
          </p:spPr>
          <p:txBody>
            <a:bodyPr wrap="square" rtlCol="0">
              <a:spAutoFit/>
            </a:bodyPr>
            <a:lstStyle/>
            <a:p>
              <a:pPr>
                <a:spcAft>
                  <a:spcPts val="400"/>
                </a:spcAft>
              </a:pPr>
              <a:r>
                <a:rPr lang="en-US" sz="1200" b="1" dirty="0">
                  <a:latin typeface="Lexend" pitchFamily="2" charset="0"/>
                </a:rPr>
                <a:t>Max Output Current: </a:t>
              </a:r>
              <a:r>
                <a:rPr lang="en-US" sz="1200" b="1" dirty="0" err="1">
                  <a:latin typeface="Lexend" pitchFamily="2" charset="0"/>
                </a:rPr>
                <a:t>2.5A</a:t>
              </a:r>
              <a:endParaRPr lang="en-US" sz="1200" b="1" dirty="0">
                <a:latin typeface="Lexend" pitchFamily="2" charset="0"/>
              </a:endParaRPr>
            </a:p>
            <a:p>
              <a:pPr>
                <a:spcAft>
                  <a:spcPts val="600"/>
                </a:spcAft>
              </a:pPr>
              <a:r>
                <a:rPr lang="en-US" sz="1200" b="1" dirty="0">
                  <a:latin typeface="Lexend" pitchFamily="2" charset="0"/>
                </a:rPr>
                <a:t>Opto-isolation, Fault </a:t>
              </a:r>
              <a:r>
                <a:rPr lang="en-US" sz="1200" b="1" dirty="0" err="1">
                  <a:latin typeface="Lexend" pitchFamily="2" charset="0"/>
                </a:rPr>
                <a:t>FeedBack</a:t>
              </a:r>
              <a:endParaRPr lang="en-US" sz="1200" b="1" dirty="0">
                <a:latin typeface="Lexend" pitchFamily="2" charset="0"/>
              </a:endParaRPr>
            </a:p>
          </p:txBody>
        </p:sp>
        <p:sp>
          <p:nvSpPr>
            <p:cNvPr id="145" name="Rectangle 144">
              <a:extLst>
                <a:ext uri="{FF2B5EF4-FFF2-40B4-BE49-F238E27FC236}">
                  <a16:creationId xmlns:a16="http://schemas.microsoft.com/office/drawing/2014/main" id="{5354F527-2CBE-5083-4926-DDB66192452C}"/>
                </a:ext>
              </a:extLst>
            </p:cNvPr>
            <p:cNvSpPr/>
            <p:nvPr/>
          </p:nvSpPr>
          <p:spPr>
            <a:xfrm>
              <a:off x="6146744" y="3641502"/>
              <a:ext cx="2475285" cy="395246"/>
            </a:xfrm>
            <a:prstGeom prst="rect">
              <a:avLst/>
            </a:prstGeom>
            <a:solidFill>
              <a:schemeClr val="bg1"/>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nvGrpSpPr>
            <p:cNvPr id="146" name="Group 145">
              <a:extLst>
                <a:ext uri="{FF2B5EF4-FFF2-40B4-BE49-F238E27FC236}">
                  <a16:creationId xmlns:a16="http://schemas.microsoft.com/office/drawing/2014/main" id="{1B7C345C-B488-B8A0-EDDD-9DEBBC299C94}"/>
                </a:ext>
              </a:extLst>
            </p:cNvPr>
            <p:cNvGrpSpPr/>
            <p:nvPr/>
          </p:nvGrpSpPr>
          <p:grpSpPr>
            <a:xfrm>
              <a:off x="6138322" y="3603371"/>
              <a:ext cx="179070" cy="307777"/>
              <a:chOff x="5146501" y="5260657"/>
              <a:chExt cx="179070" cy="307777"/>
            </a:xfrm>
          </p:grpSpPr>
          <p:sp>
            <p:nvSpPr>
              <p:cNvPr id="150" name="Oval 149">
                <a:extLst>
                  <a:ext uri="{FF2B5EF4-FFF2-40B4-BE49-F238E27FC236}">
                    <a16:creationId xmlns:a16="http://schemas.microsoft.com/office/drawing/2014/main" id="{B70E9A32-AEE4-EC8D-4F78-91D5A0DEA550}"/>
                  </a:ext>
                </a:extLst>
              </p:cNvPr>
              <p:cNvSpPr/>
              <p:nvPr/>
            </p:nvSpPr>
            <p:spPr>
              <a:xfrm>
                <a:off x="5146501" y="5303832"/>
                <a:ext cx="179070" cy="17907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a:solidFill>
                    <a:srgbClr val="00B050"/>
                  </a:solidFill>
                </a:endParaRPr>
              </a:p>
            </p:txBody>
          </p:sp>
          <p:sp>
            <p:nvSpPr>
              <p:cNvPr id="151" name="TextBox 150">
                <a:extLst>
                  <a:ext uri="{FF2B5EF4-FFF2-40B4-BE49-F238E27FC236}">
                    <a16:creationId xmlns:a16="http://schemas.microsoft.com/office/drawing/2014/main" id="{C4FAE934-E0F5-2C69-31E5-A1F69AB42250}"/>
                  </a:ext>
                </a:extLst>
              </p:cNvPr>
              <p:cNvSpPr txBox="1"/>
              <p:nvPr/>
            </p:nvSpPr>
            <p:spPr>
              <a:xfrm>
                <a:off x="5173171" y="5260657"/>
                <a:ext cx="59055" cy="307777"/>
              </a:xfrm>
              <a:prstGeom prst="rect">
                <a:avLst/>
              </a:prstGeom>
              <a:noFill/>
            </p:spPr>
            <p:txBody>
              <a:bodyPr wrap="square" rtlCol="0">
                <a:spAutoFit/>
              </a:bodyPr>
              <a:lstStyle/>
              <a:p>
                <a:r>
                  <a:rPr lang="en-US" sz="1400" b="1" dirty="0">
                    <a:solidFill>
                      <a:srgbClr val="00B050"/>
                    </a:solidFill>
                  </a:rPr>
                  <a:t>b</a:t>
                </a:r>
              </a:p>
            </p:txBody>
          </p:sp>
        </p:grpSp>
        <p:sp>
          <p:nvSpPr>
            <p:cNvPr id="147" name="TextBox 146">
              <a:extLst>
                <a:ext uri="{FF2B5EF4-FFF2-40B4-BE49-F238E27FC236}">
                  <a16:creationId xmlns:a16="http://schemas.microsoft.com/office/drawing/2014/main" id="{CD97636D-F1FE-0412-31B4-37D599BF9442}"/>
                </a:ext>
              </a:extLst>
            </p:cNvPr>
            <p:cNvSpPr txBox="1"/>
            <p:nvPr/>
          </p:nvSpPr>
          <p:spPr>
            <a:xfrm>
              <a:off x="6250717" y="3612641"/>
              <a:ext cx="2344643" cy="338554"/>
            </a:xfrm>
            <a:prstGeom prst="rect">
              <a:avLst/>
            </a:prstGeom>
            <a:noFill/>
          </p:spPr>
          <p:txBody>
            <a:bodyPr wrap="square">
              <a:spAutoFit/>
            </a:bodyPr>
            <a:lstStyle/>
            <a:p>
              <a:r>
                <a:rPr lang="en-US" sz="1600" b="1" dirty="0">
                  <a:solidFill>
                    <a:srgbClr val="0070C0"/>
                  </a:solidFill>
                  <a:latin typeface="Lexend" pitchFamily="2" charset="0"/>
                </a:rPr>
                <a:t>Isolated DC-DC converter</a:t>
              </a:r>
              <a:endParaRPr lang="en-US" sz="1600" b="1" dirty="0"/>
            </a:p>
          </p:txBody>
        </p:sp>
        <p:sp>
          <p:nvSpPr>
            <p:cNvPr id="148" name="TextBox 147">
              <a:extLst>
                <a:ext uri="{FF2B5EF4-FFF2-40B4-BE49-F238E27FC236}">
                  <a16:creationId xmlns:a16="http://schemas.microsoft.com/office/drawing/2014/main" id="{0B8BBA24-76D8-8CD7-E7F3-753629722DFC}"/>
                </a:ext>
              </a:extLst>
            </p:cNvPr>
            <p:cNvSpPr txBox="1"/>
            <p:nvPr/>
          </p:nvSpPr>
          <p:spPr>
            <a:xfrm>
              <a:off x="6118635" y="3822897"/>
              <a:ext cx="2438625" cy="276999"/>
            </a:xfrm>
            <a:prstGeom prst="rect">
              <a:avLst/>
            </a:prstGeom>
            <a:noFill/>
          </p:spPr>
          <p:txBody>
            <a:bodyPr wrap="square" rtlCol="0">
              <a:spAutoFit/>
            </a:bodyPr>
            <a:lstStyle/>
            <a:p>
              <a:pPr>
                <a:spcAft>
                  <a:spcPts val="400"/>
                </a:spcAft>
              </a:pPr>
              <a:r>
                <a:rPr lang="en-US" sz="1200" b="1" dirty="0">
                  <a:latin typeface="Lexend" pitchFamily="2" charset="0"/>
                </a:rPr>
                <a:t>Input: </a:t>
              </a:r>
              <a:r>
                <a:rPr lang="en-US" sz="1200" b="1" dirty="0" err="1">
                  <a:latin typeface="Lexend" pitchFamily="2" charset="0"/>
                </a:rPr>
                <a:t>24VDC</a:t>
              </a:r>
              <a:r>
                <a:rPr lang="en-US" sz="1200" b="1" dirty="0">
                  <a:latin typeface="Lexend" pitchFamily="2" charset="0"/>
                </a:rPr>
                <a:t>    Output: +</a:t>
              </a:r>
              <a:r>
                <a:rPr lang="en-US" sz="1200" b="1" dirty="0" err="1">
                  <a:latin typeface="Lexend" pitchFamily="2" charset="0"/>
                </a:rPr>
                <a:t>15V</a:t>
              </a:r>
              <a:r>
                <a:rPr lang="en-US" sz="1200" b="1" dirty="0">
                  <a:latin typeface="Lexend" pitchFamily="2" charset="0"/>
                </a:rPr>
                <a:t>, -</a:t>
              </a:r>
              <a:r>
                <a:rPr lang="en-US" sz="1200" b="1" dirty="0" err="1">
                  <a:latin typeface="Lexend" pitchFamily="2" charset="0"/>
                </a:rPr>
                <a:t>5V</a:t>
              </a:r>
              <a:endParaRPr lang="en-US" sz="1200" b="1" dirty="0">
                <a:latin typeface="Lexend" pitchFamily="2" charset="0"/>
              </a:endParaRPr>
            </a:p>
          </p:txBody>
        </p:sp>
        <p:pic>
          <p:nvPicPr>
            <p:cNvPr id="149" name="Picture 6" descr="Optocoupler; Avago; HCPL-316J-000E - Electronic store - FIRMA PIEKARZ">
              <a:extLst>
                <a:ext uri="{FF2B5EF4-FFF2-40B4-BE49-F238E27FC236}">
                  <a16:creationId xmlns:a16="http://schemas.microsoft.com/office/drawing/2014/main" id="{34FF961E-EB06-7658-2F8E-E9785604E3EF}"/>
                </a:ext>
              </a:extLst>
            </p:cNvPr>
            <p:cNvPicPr>
              <a:picLocks noChangeAspect="1" noChangeArrowheads="1"/>
            </p:cNvPicPr>
            <p:nvPr/>
          </p:nvPicPr>
          <p:blipFill rotWithShape="1">
            <a:blip r:embed="rId21" cstate="print">
              <a:extLst>
                <a:ext uri="{BEBA8EAE-BF5A-486C-A8C5-ECC9F3942E4B}">
                  <a14:imgProps xmlns:a14="http://schemas.microsoft.com/office/drawing/2010/main">
                    <a14:imgLayer r:embed="rId22">
                      <a14:imgEffect>
                        <a14:backgroundRemoval t="5125" b="96750" l="10000" r="90000">
                          <a14:foregroundMark x1="29583" y1="92000" x2="29583" y2="92000"/>
                          <a14:foregroundMark x1="40083" y1="93125" x2="39333" y2="94000"/>
                          <a14:foregroundMark x1="27583" y1="96750" x2="27583" y2="96750"/>
                          <a14:foregroundMark x1="62333" y1="10625" x2="56250" y2="9250"/>
                          <a14:foregroundMark x1="62333" y1="6500" x2="62333" y2="5125"/>
                        </a14:backgroundRemoval>
                      </a14:imgEffect>
                    </a14:imgLayer>
                  </a14:imgProps>
                </a:ext>
                <a:ext uri="{28A0092B-C50C-407E-A947-70E740481C1C}">
                  <a14:useLocalDpi xmlns:a14="http://schemas.microsoft.com/office/drawing/2010/main" val="0"/>
                </a:ext>
              </a:extLst>
            </a:blip>
            <a:srcRect l="12612" r="14518"/>
            <a:stretch>
              <a:fillRect/>
            </a:stretch>
          </p:blipFill>
          <p:spPr bwMode="auto">
            <a:xfrm>
              <a:off x="8102506" y="3024231"/>
              <a:ext cx="594453" cy="543843"/>
            </a:xfrm>
            <a:prstGeom prst="rect">
              <a:avLst/>
            </a:prstGeom>
            <a:noFill/>
            <a:extLst>
              <a:ext uri="{909E8E84-426E-40DD-AFC4-6F175D3DCCD1}">
                <a14:hiddenFill xmlns:a14="http://schemas.microsoft.com/office/drawing/2010/main">
                  <a:solidFill>
                    <a:srgbClr val="FFFFFF"/>
                  </a:solidFill>
                </a14:hiddenFill>
              </a:ext>
            </a:extLst>
          </p:spPr>
        </p:pic>
      </p:grpSp>
      <p:sp>
        <p:nvSpPr>
          <p:cNvPr id="158" name="L-Shape 157">
            <a:extLst>
              <a:ext uri="{FF2B5EF4-FFF2-40B4-BE49-F238E27FC236}">
                <a16:creationId xmlns:a16="http://schemas.microsoft.com/office/drawing/2014/main" id="{CE0B5CDD-F098-9256-491A-5645315BDDCD}"/>
              </a:ext>
            </a:extLst>
          </p:cNvPr>
          <p:cNvSpPr/>
          <p:nvPr/>
        </p:nvSpPr>
        <p:spPr>
          <a:xfrm>
            <a:off x="5247652" y="4615024"/>
            <a:ext cx="3077227" cy="1535947"/>
          </a:xfrm>
          <a:prstGeom prst="corner">
            <a:avLst>
              <a:gd name="adj1" fmla="val 49504"/>
              <a:gd name="adj2" fmla="val 98911"/>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a:p>
        </p:txBody>
      </p:sp>
      <p:sp>
        <p:nvSpPr>
          <p:cNvPr id="159" name="Rectangle 158">
            <a:extLst>
              <a:ext uri="{FF2B5EF4-FFF2-40B4-BE49-F238E27FC236}">
                <a16:creationId xmlns:a16="http://schemas.microsoft.com/office/drawing/2014/main" id="{5802A72A-D6FA-70A4-EBE6-AECEFA25D255}"/>
              </a:ext>
            </a:extLst>
          </p:cNvPr>
          <p:cNvSpPr/>
          <p:nvPr/>
        </p:nvSpPr>
        <p:spPr>
          <a:xfrm>
            <a:off x="6794020" y="5429169"/>
            <a:ext cx="1451076" cy="654125"/>
          </a:xfrm>
          <a:prstGeom prst="rect">
            <a:avLst/>
          </a:prstGeom>
          <a:solidFill>
            <a:schemeClr val="bg1"/>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60" name="Rectangle 159">
            <a:extLst>
              <a:ext uri="{FF2B5EF4-FFF2-40B4-BE49-F238E27FC236}">
                <a16:creationId xmlns:a16="http://schemas.microsoft.com/office/drawing/2014/main" id="{2DA85BBC-4E70-DF5E-3A92-1F743630C8D2}"/>
              </a:ext>
            </a:extLst>
          </p:cNvPr>
          <p:cNvSpPr/>
          <p:nvPr/>
        </p:nvSpPr>
        <p:spPr>
          <a:xfrm>
            <a:off x="5287388" y="5429169"/>
            <a:ext cx="1451076" cy="654125"/>
          </a:xfrm>
          <a:prstGeom prst="rect">
            <a:avLst/>
          </a:prstGeom>
          <a:solidFill>
            <a:schemeClr val="bg1"/>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61" name="Rectangle 160">
            <a:extLst>
              <a:ext uri="{FF2B5EF4-FFF2-40B4-BE49-F238E27FC236}">
                <a16:creationId xmlns:a16="http://schemas.microsoft.com/office/drawing/2014/main" id="{717E606C-59A0-B36E-6C07-B570EA5CAA5F}"/>
              </a:ext>
            </a:extLst>
          </p:cNvPr>
          <p:cNvSpPr/>
          <p:nvPr/>
        </p:nvSpPr>
        <p:spPr>
          <a:xfrm>
            <a:off x="5285415" y="4662223"/>
            <a:ext cx="1418784" cy="712622"/>
          </a:xfrm>
          <a:prstGeom prst="rect">
            <a:avLst/>
          </a:prstGeom>
          <a:solidFill>
            <a:schemeClr val="bg1"/>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nvGrpSpPr>
          <p:cNvPr id="162" name="Group 161">
            <a:extLst>
              <a:ext uri="{FF2B5EF4-FFF2-40B4-BE49-F238E27FC236}">
                <a16:creationId xmlns:a16="http://schemas.microsoft.com/office/drawing/2014/main" id="{3CABD008-1659-EB9C-5B33-B45FC6A8CC02}"/>
              </a:ext>
            </a:extLst>
          </p:cNvPr>
          <p:cNvGrpSpPr/>
          <p:nvPr/>
        </p:nvGrpSpPr>
        <p:grpSpPr>
          <a:xfrm>
            <a:off x="5318539" y="4666037"/>
            <a:ext cx="179070" cy="276999"/>
            <a:chOff x="6290722" y="4357751"/>
            <a:chExt cx="179070" cy="276999"/>
          </a:xfrm>
        </p:grpSpPr>
        <p:sp>
          <p:nvSpPr>
            <p:cNvPr id="163" name="Oval 162">
              <a:extLst>
                <a:ext uri="{FF2B5EF4-FFF2-40B4-BE49-F238E27FC236}">
                  <a16:creationId xmlns:a16="http://schemas.microsoft.com/office/drawing/2014/main" id="{A28798AE-EDD5-31A9-93B4-FCA237D341CE}"/>
                </a:ext>
              </a:extLst>
            </p:cNvPr>
            <p:cNvSpPr/>
            <p:nvPr/>
          </p:nvSpPr>
          <p:spPr>
            <a:xfrm>
              <a:off x="6290722" y="4400926"/>
              <a:ext cx="179070" cy="179070"/>
            </a:xfrm>
            <a:prstGeom prst="ellips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FC000"/>
                </a:solidFill>
              </a:endParaRPr>
            </a:p>
          </p:txBody>
        </p:sp>
        <p:sp>
          <p:nvSpPr>
            <p:cNvPr id="164" name="TextBox 163">
              <a:extLst>
                <a:ext uri="{FF2B5EF4-FFF2-40B4-BE49-F238E27FC236}">
                  <a16:creationId xmlns:a16="http://schemas.microsoft.com/office/drawing/2014/main" id="{55A1D28E-40C9-3590-BF49-451A5C98325F}"/>
                </a:ext>
              </a:extLst>
            </p:cNvPr>
            <p:cNvSpPr txBox="1"/>
            <p:nvPr/>
          </p:nvSpPr>
          <p:spPr>
            <a:xfrm>
              <a:off x="6317392" y="4357751"/>
              <a:ext cx="59055" cy="276999"/>
            </a:xfrm>
            <a:prstGeom prst="rect">
              <a:avLst/>
            </a:prstGeom>
            <a:noFill/>
          </p:spPr>
          <p:txBody>
            <a:bodyPr wrap="square" rtlCol="0">
              <a:spAutoFit/>
            </a:bodyPr>
            <a:lstStyle/>
            <a:p>
              <a:r>
                <a:rPr lang="en-US" sz="1200" b="1" dirty="0">
                  <a:solidFill>
                    <a:srgbClr val="FFC000"/>
                  </a:solidFill>
                </a:rPr>
                <a:t>c</a:t>
              </a:r>
            </a:p>
          </p:txBody>
        </p:sp>
      </p:grpSp>
      <p:sp>
        <p:nvSpPr>
          <p:cNvPr id="165" name="TextBox 164">
            <a:extLst>
              <a:ext uri="{FF2B5EF4-FFF2-40B4-BE49-F238E27FC236}">
                <a16:creationId xmlns:a16="http://schemas.microsoft.com/office/drawing/2014/main" id="{1961F1AE-4CEB-5C0A-DD70-D7A5CFB29A6C}"/>
              </a:ext>
            </a:extLst>
          </p:cNvPr>
          <p:cNvSpPr txBox="1"/>
          <p:nvPr/>
        </p:nvSpPr>
        <p:spPr>
          <a:xfrm>
            <a:off x="5419101" y="4691345"/>
            <a:ext cx="1443533" cy="307777"/>
          </a:xfrm>
          <a:prstGeom prst="rect">
            <a:avLst/>
          </a:prstGeom>
          <a:noFill/>
        </p:spPr>
        <p:txBody>
          <a:bodyPr wrap="square" rtlCol="0">
            <a:spAutoFit/>
          </a:bodyPr>
          <a:lstStyle/>
          <a:p>
            <a:r>
              <a:rPr lang="en-US" sz="1400" b="1" dirty="0">
                <a:solidFill>
                  <a:srgbClr val="0070C0"/>
                </a:solidFill>
                <a:latin typeface="Lexend" pitchFamily="2" charset="0"/>
              </a:rPr>
              <a:t>DC-DC converter</a:t>
            </a:r>
          </a:p>
        </p:txBody>
      </p:sp>
      <p:grpSp>
        <p:nvGrpSpPr>
          <p:cNvPr id="166" name="Group 165">
            <a:extLst>
              <a:ext uri="{FF2B5EF4-FFF2-40B4-BE49-F238E27FC236}">
                <a16:creationId xmlns:a16="http://schemas.microsoft.com/office/drawing/2014/main" id="{024767F1-2B23-1332-6180-1DC6799D7595}"/>
              </a:ext>
            </a:extLst>
          </p:cNvPr>
          <p:cNvGrpSpPr/>
          <p:nvPr/>
        </p:nvGrpSpPr>
        <p:grpSpPr>
          <a:xfrm>
            <a:off x="5227951" y="4884831"/>
            <a:ext cx="1565741" cy="538609"/>
            <a:chOff x="5211240" y="4935424"/>
            <a:chExt cx="1486718" cy="538609"/>
          </a:xfrm>
        </p:grpSpPr>
        <p:sp>
          <p:nvSpPr>
            <p:cNvPr id="167" name="TextBox 166">
              <a:extLst>
                <a:ext uri="{FF2B5EF4-FFF2-40B4-BE49-F238E27FC236}">
                  <a16:creationId xmlns:a16="http://schemas.microsoft.com/office/drawing/2014/main" id="{BA209356-120A-588A-D69B-581A73B39377}"/>
                </a:ext>
              </a:extLst>
            </p:cNvPr>
            <p:cNvSpPr txBox="1"/>
            <p:nvPr/>
          </p:nvSpPr>
          <p:spPr>
            <a:xfrm>
              <a:off x="5211240" y="4935424"/>
              <a:ext cx="1486718" cy="538609"/>
            </a:xfrm>
            <a:prstGeom prst="rect">
              <a:avLst/>
            </a:prstGeom>
            <a:noFill/>
          </p:spPr>
          <p:txBody>
            <a:bodyPr wrap="square" rtlCol="0">
              <a:spAutoFit/>
            </a:bodyPr>
            <a:lstStyle/>
            <a:p>
              <a:pPr>
                <a:spcAft>
                  <a:spcPts val="600"/>
                </a:spcAft>
              </a:pPr>
              <a:r>
                <a:rPr lang="en-US" sz="1200" b="1" dirty="0">
                  <a:latin typeface="Lexend" pitchFamily="2" charset="0"/>
                </a:rPr>
                <a:t>Input: 24 VDC</a:t>
              </a:r>
            </a:p>
            <a:p>
              <a:pPr>
                <a:spcAft>
                  <a:spcPts val="600"/>
                </a:spcAft>
              </a:pPr>
              <a:r>
                <a:rPr lang="en-US" sz="1200" b="1" dirty="0">
                  <a:latin typeface="Lexend" pitchFamily="2" charset="0"/>
                </a:rPr>
                <a:t>Output:</a:t>
              </a:r>
            </a:p>
          </p:txBody>
        </p:sp>
        <p:graphicFrame>
          <p:nvGraphicFramePr>
            <p:cNvPr id="168" name="Object 167">
              <a:extLst>
                <a:ext uri="{FF2B5EF4-FFF2-40B4-BE49-F238E27FC236}">
                  <a16:creationId xmlns:a16="http://schemas.microsoft.com/office/drawing/2014/main" id="{F8360DCF-740B-08E6-D98D-36ECFAC11B0E}"/>
                </a:ext>
              </a:extLst>
            </p:cNvPr>
            <p:cNvGraphicFramePr>
              <a:graphicFrameLocks noChangeAspect="1"/>
            </p:cNvGraphicFramePr>
            <p:nvPr>
              <p:extLst>
                <p:ext uri="{D42A27DB-BD31-4B8C-83A1-F6EECF244321}">
                  <p14:modId xmlns:p14="http://schemas.microsoft.com/office/powerpoint/2010/main" val="407502149"/>
                </p:ext>
              </p:extLst>
            </p:nvPr>
          </p:nvGraphicFramePr>
          <p:xfrm>
            <a:off x="5769305" y="5268620"/>
            <a:ext cx="927100" cy="165100"/>
          </p:xfrm>
          <a:graphic>
            <a:graphicData uri="http://schemas.openxmlformats.org/presentationml/2006/ole">
              <mc:AlternateContent xmlns:mc="http://schemas.openxmlformats.org/markup-compatibility/2006">
                <mc:Choice xmlns:v="urn:schemas-microsoft-com:vml" Requires="v">
                  <p:oleObj name="Equation" r:id="rId23" imgW="927000" imgH="164880" progId="Equation.DSMT4">
                    <p:embed/>
                  </p:oleObj>
                </mc:Choice>
                <mc:Fallback>
                  <p:oleObj name="Equation" r:id="rId23" imgW="927000" imgH="164880" progId="Equation.DSMT4">
                    <p:embed/>
                    <p:pic>
                      <p:nvPicPr>
                        <p:cNvPr id="168" name="Object 167">
                          <a:extLst>
                            <a:ext uri="{FF2B5EF4-FFF2-40B4-BE49-F238E27FC236}">
                              <a16:creationId xmlns:a16="http://schemas.microsoft.com/office/drawing/2014/main" id="{F8360DCF-740B-08E6-D98D-36ECFAC11B0E}"/>
                            </a:ext>
                          </a:extLst>
                        </p:cNvPr>
                        <p:cNvPicPr/>
                        <p:nvPr/>
                      </p:nvPicPr>
                      <p:blipFill>
                        <a:blip r:embed="rId24"/>
                        <a:stretch>
                          <a:fillRect/>
                        </a:stretch>
                      </p:blipFill>
                      <p:spPr>
                        <a:xfrm>
                          <a:off x="5769305" y="5268620"/>
                          <a:ext cx="927100" cy="165100"/>
                        </a:xfrm>
                        <a:prstGeom prst="rect">
                          <a:avLst/>
                        </a:prstGeom>
                      </p:spPr>
                    </p:pic>
                  </p:oleObj>
                </mc:Fallback>
              </mc:AlternateContent>
            </a:graphicData>
          </a:graphic>
        </p:graphicFrame>
      </p:grpSp>
      <p:sp>
        <p:nvSpPr>
          <p:cNvPr id="169" name="TextBox 168">
            <a:extLst>
              <a:ext uri="{FF2B5EF4-FFF2-40B4-BE49-F238E27FC236}">
                <a16:creationId xmlns:a16="http://schemas.microsoft.com/office/drawing/2014/main" id="{F6FE20F5-BF35-F0EC-7928-BB7F01E4C44B}"/>
              </a:ext>
            </a:extLst>
          </p:cNvPr>
          <p:cNvSpPr txBox="1"/>
          <p:nvPr/>
        </p:nvSpPr>
        <p:spPr>
          <a:xfrm>
            <a:off x="5244431" y="5396975"/>
            <a:ext cx="1631954" cy="276999"/>
          </a:xfrm>
          <a:prstGeom prst="rect">
            <a:avLst/>
          </a:prstGeom>
          <a:noFill/>
        </p:spPr>
        <p:txBody>
          <a:bodyPr wrap="square" rtlCol="0">
            <a:spAutoFit/>
          </a:bodyPr>
          <a:lstStyle/>
          <a:p>
            <a:r>
              <a:rPr lang="en-US" sz="1200" b="1" dirty="0">
                <a:solidFill>
                  <a:srgbClr val="0070C0"/>
                </a:solidFill>
                <a:latin typeface="Lexend" pitchFamily="2" charset="0"/>
              </a:rPr>
              <a:t>Current measurement</a:t>
            </a:r>
          </a:p>
        </p:txBody>
      </p:sp>
      <p:sp>
        <p:nvSpPr>
          <p:cNvPr id="170" name="TextBox 169">
            <a:extLst>
              <a:ext uri="{FF2B5EF4-FFF2-40B4-BE49-F238E27FC236}">
                <a16:creationId xmlns:a16="http://schemas.microsoft.com/office/drawing/2014/main" id="{039EF0A9-A5FA-D6C8-CE50-15D1F8E6FB79}"/>
              </a:ext>
            </a:extLst>
          </p:cNvPr>
          <p:cNvSpPr txBox="1"/>
          <p:nvPr/>
        </p:nvSpPr>
        <p:spPr>
          <a:xfrm>
            <a:off x="6747830" y="5379815"/>
            <a:ext cx="1656401" cy="276999"/>
          </a:xfrm>
          <a:prstGeom prst="rect">
            <a:avLst/>
          </a:prstGeom>
          <a:noFill/>
        </p:spPr>
        <p:txBody>
          <a:bodyPr wrap="square" rtlCol="0">
            <a:spAutoFit/>
          </a:bodyPr>
          <a:lstStyle/>
          <a:p>
            <a:r>
              <a:rPr lang="en-US" sz="1200" b="1" dirty="0">
                <a:solidFill>
                  <a:srgbClr val="0070C0"/>
                </a:solidFill>
                <a:latin typeface="Lexend" pitchFamily="2" charset="0"/>
              </a:rPr>
              <a:t>Voltage measurement</a:t>
            </a:r>
          </a:p>
        </p:txBody>
      </p:sp>
      <p:sp>
        <p:nvSpPr>
          <p:cNvPr id="171" name="TextBox 170">
            <a:extLst>
              <a:ext uri="{FF2B5EF4-FFF2-40B4-BE49-F238E27FC236}">
                <a16:creationId xmlns:a16="http://schemas.microsoft.com/office/drawing/2014/main" id="{8A4F8800-2C25-0C6B-C382-20BF156C9D93}"/>
              </a:ext>
            </a:extLst>
          </p:cNvPr>
          <p:cNvSpPr txBox="1"/>
          <p:nvPr/>
        </p:nvSpPr>
        <p:spPr>
          <a:xfrm>
            <a:off x="6786265" y="5601129"/>
            <a:ext cx="1565741" cy="538609"/>
          </a:xfrm>
          <a:prstGeom prst="rect">
            <a:avLst/>
          </a:prstGeom>
          <a:noFill/>
        </p:spPr>
        <p:txBody>
          <a:bodyPr wrap="square" rtlCol="0">
            <a:spAutoFit/>
          </a:bodyPr>
          <a:lstStyle/>
          <a:p>
            <a:pPr>
              <a:spcAft>
                <a:spcPts val="600"/>
              </a:spcAft>
            </a:pPr>
            <a:r>
              <a:rPr lang="en-US" sz="1200" b="1" dirty="0">
                <a:latin typeface="Lexend" pitchFamily="2" charset="0"/>
              </a:rPr>
              <a:t>Input: 0-400 VAC</a:t>
            </a:r>
          </a:p>
          <a:p>
            <a:pPr>
              <a:spcAft>
                <a:spcPts val="600"/>
              </a:spcAft>
            </a:pPr>
            <a:r>
              <a:rPr lang="en-US" sz="1200" b="1" dirty="0">
                <a:latin typeface="Lexend" pitchFamily="2" charset="0"/>
              </a:rPr>
              <a:t>Output: 0- 3.3 V</a:t>
            </a:r>
          </a:p>
        </p:txBody>
      </p:sp>
      <p:sp>
        <p:nvSpPr>
          <p:cNvPr id="172" name="TextBox 171">
            <a:extLst>
              <a:ext uri="{FF2B5EF4-FFF2-40B4-BE49-F238E27FC236}">
                <a16:creationId xmlns:a16="http://schemas.microsoft.com/office/drawing/2014/main" id="{7F153E96-76EC-1513-0CCB-2AAFDABCC655}"/>
              </a:ext>
            </a:extLst>
          </p:cNvPr>
          <p:cNvSpPr txBox="1"/>
          <p:nvPr/>
        </p:nvSpPr>
        <p:spPr>
          <a:xfrm>
            <a:off x="5255405" y="5595810"/>
            <a:ext cx="1565741" cy="538609"/>
          </a:xfrm>
          <a:prstGeom prst="rect">
            <a:avLst/>
          </a:prstGeom>
          <a:noFill/>
        </p:spPr>
        <p:txBody>
          <a:bodyPr wrap="square" rtlCol="0">
            <a:spAutoFit/>
          </a:bodyPr>
          <a:lstStyle/>
          <a:p>
            <a:pPr>
              <a:spcAft>
                <a:spcPts val="600"/>
              </a:spcAft>
            </a:pPr>
            <a:r>
              <a:rPr lang="en-US" sz="1200" b="1" dirty="0">
                <a:latin typeface="Lexend" pitchFamily="2" charset="0"/>
              </a:rPr>
              <a:t>Input: 0-50 A</a:t>
            </a:r>
          </a:p>
          <a:p>
            <a:pPr>
              <a:spcAft>
                <a:spcPts val="600"/>
              </a:spcAft>
            </a:pPr>
            <a:r>
              <a:rPr lang="en-US" sz="1200" b="1" dirty="0">
                <a:latin typeface="Lexend" pitchFamily="2" charset="0"/>
              </a:rPr>
              <a:t>Output: 0- 3.3 V</a:t>
            </a:r>
          </a:p>
        </p:txBody>
      </p:sp>
      <p:grpSp>
        <p:nvGrpSpPr>
          <p:cNvPr id="173" name="Group 172">
            <a:extLst>
              <a:ext uri="{FF2B5EF4-FFF2-40B4-BE49-F238E27FC236}">
                <a16:creationId xmlns:a16="http://schemas.microsoft.com/office/drawing/2014/main" id="{67F21686-CD5B-FE4E-A21B-7741A8A84A79}"/>
              </a:ext>
            </a:extLst>
          </p:cNvPr>
          <p:cNvGrpSpPr/>
          <p:nvPr/>
        </p:nvGrpSpPr>
        <p:grpSpPr>
          <a:xfrm>
            <a:off x="6466464" y="5727225"/>
            <a:ext cx="179070" cy="276999"/>
            <a:chOff x="6290722" y="4357751"/>
            <a:chExt cx="179070" cy="276999"/>
          </a:xfrm>
        </p:grpSpPr>
        <p:sp>
          <p:nvSpPr>
            <p:cNvPr id="174" name="Oval 173">
              <a:extLst>
                <a:ext uri="{FF2B5EF4-FFF2-40B4-BE49-F238E27FC236}">
                  <a16:creationId xmlns:a16="http://schemas.microsoft.com/office/drawing/2014/main" id="{19C812FB-761D-48DF-E1B8-BCE7F2118C6F}"/>
                </a:ext>
              </a:extLst>
            </p:cNvPr>
            <p:cNvSpPr/>
            <p:nvPr/>
          </p:nvSpPr>
          <p:spPr>
            <a:xfrm>
              <a:off x="6290722" y="4400926"/>
              <a:ext cx="179070" cy="179070"/>
            </a:xfrm>
            <a:prstGeom prst="ellips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FC000"/>
                </a:solidFill>
              </a:endParaRPr>
            </a:p>
          </p:txBody>
        </p:sp>
        <p:sp>
          <p:nvSpPr>
            <p:cNvPr id="175" name="TextBox 174">
              <a:extLst>
                <a:ext uri="{FF2B5EF4-FFF2-40B4-BE49-F238E27FC236}">
                  <a16:creationId xmlns:a16="http://schemas.microsoft.com/office/drawing/2014/main" id="{50FFAA42-DE90-EDE6-9C72-3CC3C777B129}"/>
                </a:ext>
              </a:extLst>
            </p:cNvPr>
            <p:cNvSpPr txBox="1"/>
            <p:nvPr/>
          </p:nvSpPr>
          <p:spPr>
            <a:xfrm>
              <a:off x="6317392" y="4357751"/>
              <a:ext cx="59055" cy="276999"/>
            </a:xfrm>
            <a:prstGeom prst="rect">
              <a:avLst/>
            </a:prstGeom>
            <a:noFill/>
          </p:spPr>
          <p:txBody>
            <a:bodyPr wrap="square" rtlCol="0">
              <a:spAutoFit/>
            </a:bodyPr>
            <a:lstStyle/>
            <a:p>
              <a:r>
                <a:rPr lang="en-US" sz="1200" b="1" dirty="0">
                  <a:solidFill>
                    <a:srgbClr val="FFC000"/>
                  </a:solidFill>
                </a:rPr>
                <a:t>b</a:t>
              </a:r>
            </a:p>
          </p:txBody>
        </p:sp>
      </p:grpSp>
      <p:grpSp>
        <p:nvGrpSpPr>
          <p:cNvPr id="176" name="Group 175">
            <a:extLst>
              <a:ext uri="{FF2B5EF4-FFF2-40B4-BE49-F238E27FC236}">
                <a16:creationId xmlns:a16="http://schemas.microsoft.com/office/drawing/2014/main" id="{4D825955-E19D-4D5D-8615-E71DEAFA63A2}"/>
              </a:ext>
            </a:extLst>
          </p:cNvPr>
          <p:cNvGrpSpPr/>
          <p:nvPr/>
        </p:nvGrpSpPr>
        <p:grpSpPr>
          <a:xfrm>
            <a:off x="7990435" y="5772211"/>
            <a:ext cx="179070" cy="276999"/>
            <a:chOff x="6290722" y="4357751"/>
            <a:chExt cx="179070" cy="276999"/>
          </a:xfrm>
        </p:grpSpPr>
        <p:sp>
          <p:nvSpPr>
            <p:cNvPr id="177" name="Oval 176">
              <a:extLst>
                <a:ext uri="{FF2B5EF4-FFF2-40B4-BE49-F238E27FC236}">
                  <a16:creationId xmlns:a16="http://schemas.microsoft.com/office/drawing/2014/main" id="{0DDDC31D-3CF6-8625-91D9-67C8589161B8}"/>
                </a:ext>
              </a:extLst>
            </p:cNvPr>
            <p:cNvSpPr/>
            <p:nvPr/>
          </p:nvSpPr>
          <p:spPr>
            <a:xfrm>
              <a:off x="6290722" y="4400926"/>
              <a:ext cx="179070" cy="179070"/>
            </a:xfrm>
            <a:prstGeom prst="ellips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FC000"/>
                </a:solidFill>
              </a:endParaRPr>
            </a:p>
          </p:txBody>
        </p:sp>
        <p:sp>
          <p:nvSpPr>
            <p:cNvPr id="178" name="TextBox 177">
              <a:extLst>
                <a:ext uri="{FF2B5EF4-FFF2-40B4-BE49-F238E27FC236}">
                  <a16:creationId xmlns:a16="http://schemas.microsoft.com/office/drawing/2014/main" id="{B96464A1-91AF-6AF8-A3F6-C8EC179F866E}"/>
                </a:ext>
              </a:extLst>
            </p:cNvPr>
            <p:cNvSpPr txBox="1"/>
            <p:nvPr/>
          </p:nvSpPr>
          <p:spPr>
            <a:xfrm>
              <a:off x="6317392" y="4357751"/>
              <a:ext cx="59055" cy="276999"/>
            </a:xfrm>
            <a:prstGeom prst="rect">
              <a:avLst/>
            </a:prstGeom>
            <a:noFill/>
          </p:spPr>
          <p:txBody>
            <a:bodyPr wrap="square" rtlCol="0">
              <a:spAutoFit/>
            </a:bodyPr>
            <a:lstStyle/>
            <a:p>
              <a:r>
                <a:rPr lang="en-US" sz="1200" b="1" dirty="0">
                  <a:solidFill>
                    <a:srgbClr val="FFC000"/>
                  </a:solidFill>
                </a:rPr>
                <a:t>a</a:t>
              </a:r>
            </a:p>
          </p:txBody>
        </p:sp>
      </p:grpSp>
      <p:sp>
        <p:nvSpPr>
          <p:cNvPr id="179" name="TextBox 178">
            <a:extLst>
              <a:ext uri="{FF2B5EF4-FFF2-40B4-BE49-F238E27FC236}">
                <a16:creationId xmlns:a16="http://schemas.microsoft.com/office/drawing/2014/main" id="{FECE93FA-E522-E3FD-8EDB-132E41F164D7}"/>
              </a:ext>
            </a:extLst>
          </p:cNvPr>
          <p:cNvSpPr txBox="1"/>
          <p:nvPr/>
        </p:nvSpPr>
        <p:spPr>
          <a:xfrm rot="5400000">
            <a:off x="7536631" y="3649604"/>
            <a:ext cx="2248311" cy="338554"/>
          </a:xfrm>
          <a:prstGeom prst="rect">
            <a:avLst/>
          </a:prstGeom>
          <a:noFill/>
        </p:spPr>
        <p:txBody>
          <a:bodyPr wrap="square" rtlCol="0">
            <a:spAutoFit/>
          </a:bodyPr>
          <a:lstStyle/>
          <a:p>
            <a:pPr>
              <a:spcAft>
                <a:spcPts val="600"/>
              </a:spcAft>
            </a:pPr>
            <a:r>
              <a:rPr lang="en-US" sz="1600" b="1" dirty="0">
                <a:latin typeface="Lexend" pitchFamily="2" charset="0"/>
              </a:rPr>
              <a:t>Measurement Circuit</a:t>
            </a:r>
          </a:p>
        </p:txBody>
      </p:sp>
      <p:grpSp>
        <p:nvGrpSpPr>
          <p:cNvPr id="180" name="Group 179">
            <a:extLst>
              <a:ext uri="{FF2B5EF4-FFF2-40B4-BE49-F238E27FC236}">
                <a16:creationId xmlns:a16="http://schemas.microsoft.com/office/drawing/2014/main" id="{457AF542-7303-490C-2B63-A188C7975ECD}"/>
              </a:ext>
            </a:extLst>
          </p:cNvPr>
          <p:cNvGrpSpPr/>
          <p:nvPr/>
        </p:nvGrpSpPr>
        <p:grpSpPr>
          <a:xfrm>
            <a:off x="8271385" y="5280669"/>
            <a:ext cx="179070" cy="276999"/>
            <a:chOff x="8261657" y="6065477"/>
            <a:chExt cx="179070" cy="276999"/>
          </a:xfrm>
        </p:grpSpPr>
        <p:sp>
          <p:nvSpPr>
            <p:cNvPr id="181" name="Oval 180">
              <a:extLst>
                <a:ext uri="{FF2B5EF4-FFF2-40B4-BE49-F238E27FC236}">
                  <a16:creationId xmlns:a16="http://schemas.microsoft.com/office/drawing/2014/main" id="{B8EF0705-D9D1-E9BE-F8E9-4985FF7F09EE}"/>
                </a:ext>
              </a:extLst>
            </p:cNvPr>
            <p:cNvSpPr/>
            <p:nvPr/>
          </p:nvSpPr>
          <p:spPr>
            <a:xfrm>
              <a:off x="8261657" y="6108652"/>
              <a:ext cx="179070" cy="17907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a:p>
          </p:txBody>
        </p:sp>
        <p:sp>
          <p:nvSpPr>
            <p:cNvPr id="182" name="TextBox 181">
              <a:extLst>
                <a:ext uri="{FF2B5EF4-FFF2-40B4-BE49-F238E27FC236}">
                  <a16:creationId xmlns:a16="http://schemas.microsoft.com/office/drawing/2014/main" id="{8F86D92F-0C65-FA6D-CAD4-92FBB6455BC5}"/>
                </a:ext>
              </a:extLst>
            </p:cNvPr>
            <p:cNvSpPr txBox="1"/>
            <p:nvPr/>
          </p:nvSpPr>
          <p:spPr>
            <a:xfrm>
              <a:off x="8293407" y="6065477"/>
              <a:ext cx="59055" cy="276999"/>
            </a:xfrm>
            <a:prstGeom prst="rect">
              <a:avLst/>
            </a:prstGeom>
            <a:noFill/>
          </p:spPr>
          <p:txBody>
            <a:bodyPr wrap="square" rtlCol="0">
              <a:spAutoFit/>
            </a:bodyPr>
            <a:lstStyle/>
            <a:p>
              <a:r>
                <a:rPr lang="en-US" sz="1200" b="1" dirty="0">
                  <a:solidFill>
                    <a:srgbClr val="FF0000"/>
                  </a:solidFill>
                </a:rPr>
                <a:t>6</a:t>
              </a:r>
            </a:p>
          </p:txBody>
        </p:sp>
      </p:grpSp>
      <p:grpSp>
        <p:nvGrpSpPr>
          <p:cNvPr id="183" name="Group 182">
            <a:extLst>
              <a:ext uri="{FF2B5EF4-FFF2-40B4-BE49-F238E27FC236}">
                <a16:creationId xmlns:a16="http://schemas.microsoft.com/office/drawing/2014/main" id="{DB12D504-FA01-7F1D-9107-467255108C6B}"/>
              </a:ext>
            </a:extLst>
          </p:cNvPr>
          <p:cNvGrpSpPr/>
          <p:nvPr/>
        </p:nvGrpSpPr>
        <p:grpSpPr>
          <a:xfrm>
            <a:off x="2976448" y="5364471"/>
            <a:ext cx="2365489" cy="461665"/>
            <a:chOff x="3108960" y="5368593"/>
            <a:chExt cx="2365489" cy="461665"/>
          </a:xfrm>
        </p:grpSpPr>
        <p:grpSp>
          <p:nvGrpSpPr>
            <p:cNvPr id="184" name="Group 183">
              <a:extLst>
                <a:ext uri="{FF2B5EF4-FFF2-40B4-BE49-F238E27FC236}">
                  <a16:creationId xmlns:a16="http://schemas.microsoft.com/office/drawing/2014/main" id="{3E4E9A16-47FF-F8D5-F6E6-7D7B1200BF3E}"/>
                </a:ext>
              </a:extLst>
            </p:cNvPr>
            <p:cNvGrpSpPr/>
            <p:nvPr/>
          </p:nvGrpSpPr>
          <p:grpSpPr>
            <a:xfrm>
              <a:off x="3108960" y="5368593"/>
              <a:ext cx="558800" cy="461665"/>
              <a:chOff x="3296920" y="5363513"/>
              <a:chExt cx="558800" cy="461665"/>
            </a:xfrm>
          </p:grpSpPr>
          <p:cxnSp>
            <p:nvCxnSpPr>
              <p:cNvPr id="186" name="Straight Connector 185">
                <a:extLst>
                  <a:ext uri="{FF2B5EF4-FFF2-40B4-BE49-F238E27FC236}">
                    <a16:creationId xmlns:a16="http://schemas.microsoft.com/office/drawing/2014/main" id="{DFE72EA6-681F-8C33-7954-BB2D5449446A}"/>
                  </a:ext>
                </a:extLst>
              </p:cNvPr>
              <p:cNvCxnSpPr/>
              <p:nvPr/>
            </p:nvCxnSpPr>
            <p:spPr>
              <a:xfrm>
                <a:off x="3500120" y="5608904"/>
                <a:ext cx="355600" cy="0"/>
              </a:xfrm>
              <a:prstGeom prst="line">
                <a:avLst/>
              </a:prstGeom>
              <a:ln w="28575">
                <a:solidFill>
                  <a:srgbClr val="0809FB"/>
                </a:solidFill>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F755302C-6141-FC15-F13A-7341E0B4B206}"/>
                  </a:ext>
                </a:extLst>
              </p:cNvPr>
              <p:cNvSpPr txBox="1"/>
              <p:nvPr/>
            </p:nvSpPr>
            <p:spPr>
              <a:xfrm>
                <a:off x="3296920" y="5363513"/>
                <a:ext cx="208936" cy="461665"/>
              </a:xfrm>
              <a:prstGeom prst="rect">
                <a:avLst/>
              </a:prstGeom>
              <a:noFill/>
            </p:spPr>
            <p:txBody>
              <a:bodyPr wrap="square" rtlCol="0">
                <a:spAutoFit/>
              </a:bodyPr>
              <a:lstStyle/>
              <a:p>
                <a:r>
                  <a:rPr lang="en-US" sz="2400" b="1" dirty="0">
                    <a:solidFill>
                      <a:srgbClr val="0809FB"/>
                    </a:solidFill>
                    <a:latin typeface="Lexend" pitchFamily="2" charset="0"/>
                  </a:rPr>
                  <a:t>s</a:t>
                </a:r>
              </a:p>
            </p:txBody>
          </p:sp>
        </p:grpSp>
        <p:sp>
          <p:nvSpPr>
            <p:cNvPr id="185" name="TextBox 184">
              <a:extLst>
                <a:ext uri="{FF2B5EF4-FFF2-40B4-BE49-F238E27FC236}">
                  <a16:creationId xmlns:a16="http://schemas.microsoft.com/office/drawing/2014/main" id="{2378984F-2C49-F976-52D3-A3A092FB216C}"/>
                </a:ext>
              </a:extLst>
            </p:cNvPr>
            <p:cNvSpPr txBox="1"/>
            <p:nvPr/>
          </p:nvSpPr>
          <p:spPr>
            <a:xfrm>
              <a:off x="3601721" y="5480237"/>
              <a:ext cx="1872728" cy="261610"/>
            </a:xfrm>
            <a:prstGeom prst="rect">
              <a:avLst/>
            </a:prstGeom>
            <a:noFill/>
          </p:spPr>
          <p:txBody>
            <a:bodyPr wrap="square" rtlCol="0">
              <a:spAutoFit/>
            </a:bodyPr>
            <a:lstStyle/>
            <a:p>
              <a:r>
                <a:rPr lang="en-US" sz="1100" b="1" dirty="0">
                  <a:solidFill>
                    <a:srgbClr val="0809FB"/>
                  </a:solidFill>
                  <a:latin typeface="Lexend" pitchFamily="2" charset="0"/>
                </a:rPr>
                <a:t>Digital 12 bit signal (0-</a:t>
              </a:r>
              <a:r>
                <a:rPr lang="en-US" sz="1100" b="1" dirty="0" err="1">
                  <a:solidFill>
                    <a:srgbClr val="0809FB"/>
                  </a:solidFill>
                  <a:latin typeface="Lexend" pitchFamily="2" charset="0"/>
                </a:rPr>
                <a:t>3.3V</a:t>
              </a:r>
              <a:r>
                <a:rPr lang="en-US" sz="1100" b="1" dirty="0">
                  <a:solidFill>
                    <a:srgbClr val="0809FB"/>
                  </a:solidFill>
                  <a:latin typeface="Lexend" pitchFamily="2" charset="0"/>
                </a:rPr>
                <a:t>)</a:t>
              </a:r>
            </a:p>
          </p:txBody>
        </p:sp>
      </p:grpSp>
      <p:grpSp>
        <p:nvGrpSpPr>
          <p:cNvPr id="188" name="Group 187">
            <a:extLst>
              <a:ext uri="{FF2B5EF4-FFF2-40B4-BE49-F238E27FC236}">
                <a16:creationId xmlns:a16="http://schemas.microsoft.com/office/drawing/2014/main" id="{DEC0DB8F-EF57-05FF-C613-46090908849A}"/>
              </a:ext>
            </a:extLst>
          </p:cNvPr>
          <p:cNvGrpSpPr/>
          <p:nvPr/>
        </p:nvGrpSpPr>
        <p:grpSpPr>
          <a:xfrm>
            <a:off x="2971368" y="5079085"/>
            <a:ext cx="1934105" cy="461665"/>
            <a:chOff x="3108960" y="5305093"/>
            <a:chExt cx="1934105" cy="461665"/>
          </a:xfrm>
        </p:grpSpPr>
        <p:grpSp>
          <p:nvGrpSpPr>
            <p:cNvPr id="189" name="Group 188">
              <a:extLst>
                <a:ext uri="{FF2B5EF4-FFF2-40B4-BE49-F238E27FC236}">
                  <a16:creationId xmlns:a16="http://schemas.microsoft.com/office/drawing/2014/main" id="{EDDE69D4-8C30-EE24-8C43-53B672363F24}"/>
                </a:ext>
              </a:extLst>
            </p:cNvPr>
            <p:cNvGrpSpPr/>
            <p:nvPr/>
          </p:nvGrpSpPr>
          <p:grpSpPr>
            <a:xfrm>
              <a:off x="3108960" y="5305093"/>
              <a:ext cx="558800" cy="461665"/>
              <a:chOff x="3296920" y="5300013"/>
              <a:chExt cx="558800" cy="461665"/>
            </a:xfrm>
          </p:grpSpPr>
          <p:cxnSp>
            <p:nvCxnSpPr>
              <p:cNvPr id="191" name="Straight Connector 190">
                <a:extLst>
                  <a:ext uri="{FF2B5EF4-FFF2-40B4-BE49-F238E27FC236}">
                    <a16:creationId xmlns:a16="http://schemas.microsoft.com/office/drawing/2014/main" id="{8DEE3527-E5F2-0443-10CC-B6D369B469C9}"/>
                  </a:ext>
                </a:extLst>
              </p:cNvPr>
              <p:cNvCxnSpPr/>
              <p:nvPr/>
            </p:nvCxnSpPr>
            <p:spPr>
              <a:xfrm>
                <a:off x="3500120" y="5561282"/>
                <a:ext cx="3556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92" name="TextBox 191">
                <a:extLst>
                  <a:ext uri="{FF2B5EF4-FFF2-40B4-BE49-F238E27FC236}">
                    <a16:creationId xmlns:a16="http://schemas.microsoft.com/office/drawing/2014/main" id="{4FB477AD-9957-8B85-8584-18F17348D3DF}"/>
                  </a:ext>
                </a:extLst>
              </p:cNvPr>
              <p:cNvSpPr txBox="1"/>
              <p:nvPr/>
            </p:nvSpPr>
            <p:spPr>
              <a:xfrm>
                <a:off x="3296920" y="5300013"/>
                <a:ext cx="208936" cy="461665"/>
              </a:xfrm>
              <a:prstGeom prst="rect">
                <a:avLst/>
              </a:prstGeom>
              <a:noFill/>
            </p:spPr>
            <p:txBody>
              <a:bodyPr wrap="square" rtlCol="0">
                <a:spAutoFit/>
              </a:bodyPr>
              <a:lstStyle/>
              <a:p>
                <a:r>
                  <a:rPr lang="en-US" sz="2400" b="1" dirty="0">
                    <a:solidFill>
                      <a:srgbClr val="FF0000"/>
                    </a:solidFill>
                    <a:latin typeface="Lexend" pitchFamily="2" charset="0"/>
                  </a:rPr>
                  <a:t>s</a:t>
                </a:r>
              </a:p>
            </p:txBody>
          </p:sp>
        </p:grpSp>
        <p:sp>
          <p:nvSpPr>
            <p:cNvPr id="190" name="TextBox 189">
              <a:extLst>
                <a:ext uri="{FF2B5EF4-FFF2-40B4-BE49-F238E27FC236}">
                  <a16:creationId xmlns:a16="http://schemas.microsoft.com/office/drawing/2014/main" id="{35EC532E-6F98-02B7-3EBB-538C6A942C1B}"/>
                </a:ext>
              </a:extLst>
            </p:cNvPr>
            <p:cNvSpPr txBox="1"/>
            <p:nvPr/>
          </p:nvSpPr>
          <p:spPr>
            <a:xfrm>
              <a:off x="3601721" y="5446897"/>
              <a:ext cx="1441344" cy="261610"/>
            </a:xfrm>
            <a:prstGeom prst="rect">
              <a:avLst/>
            </a:prstGeom>
            <a:noFill/>
          </p:spPr>
          <p:txBody>
            <a:bodyPr wrap="square" rtlCol="0">
              <a:spAutoFit/>
            </a:bodyPr>
            <a:lstStyle/>
            <a:p>
              <a:r>
                <a:rPr lang="en-US" sz="1100" b="1" dirty="0">
                  <a:solidFill>
                    <a:srgbClr val="FF0000"/>
                  </a:solidFill>
                  <a:latin typeface="Lexend" pitchFamily="2" charset="0"/>
                </a:rPr>
                <a:t>Analog signal</a:t>
              </a:r>
            </a:p>
          </p:txBody>
        </p:sp>
      </p:grpSp>
      <p:grpSp>
        <p:nvGrpSpPr>
          <p:cNvPr id="193" name="Group 192">
            <a:extLst>
              <a:ext uri="{FF2B5EF4-FFF2-40B4-BE49-F238E27FC236}">
                <a16:creationId xmlns:a16="http://schemas.microsoft.com/office/drawing/2014/main" id="{7573D852-CE41-8629-545B-51AC337954D7}"/>
              </a:ext>
            </a:extLst>
          </p:cNvPr>
          <p:cNvGrpSpPr/>
          <p:nvPr/>
        </p:nvGrpSpPr>
        <p:grpSpPr>
          <a:xfrm>
            <a:off x="2976448" y="5686371"/>
            <a:ext cx="2278957" cy="461665"/>
            <a:chOff x="3108960" y="5298743"/>
            <a:chExt cx="2278957" cy="461665"/>
          </a:xfrm>
        </p:grpSpPr>
        <p:grpSp>
          <p:nvGrpSpPr>
            <p:cNvPr id="194" name="Group 193">
              <a:extLst>
                <a:ext uri="{FF2B5EF4-FFF2-40B4-BE49-F238E27FC236}">
                  <a16:creationId xmlns:a16="http://schemas.microsoft.com/office/drawing/2014/main" id="{2DC44E1A-C8B1-90B2-1521-C30152197F67}"/>
                </a:ext>
              </a:extLst>
            </p:cNvPr>
            <p:cNvGrpSpPr/>
            <p:nvPr/>
          </p:nvGrpSpPr>
          <p:grpSpPr>
            <a:xfrm>
              <a:off x="3108960" y="5298743"/>
              <a:ext cx="558800" cy="461665"/>
              <a:chOff x="3296920" y="5293663"/>
              <a:chExt cx="558800" cy="461665"/>
            </a:xfrm>
          </p:grpSpPr>
          <p:cxnSp>
            <p:nvCxnSpPr>
              <p:cNvPr id="196" name="Straight Connector 195">
                <a:extLst>
                  <a:ext uri="{FF2B5EF4-FFF2-40B4-BE49-F238E27FC236}">
                    <a16:creationId xmlns:a16="http://schemas.microsoft.com/office/drawing/2014/main" id="{E2BFD7AC-A8E2-0179-4ED0-160C88526FB8}"/>
                  </a:ext>
                </a:extLst>
              </p:cNvPr>
              <p:cNvCxnSpPr/>
              <p:nvPr/>
            </p:nvCxnSpPr>
            <p:spPr>
              <a:xfrm>
                <a:off x="3500120" y="5561282"/>
                <a:ext cx="355600" cy="0"/>
              </a:xfrm>
              <a:prstGeom prst="line">
                <a:avLst/>
              </a:prstGeom>
              <a:ln w="28575">
                <a:solidFill>
                  <a:srgbClr val="FF00FF"/>
                </a:solidFill>
              </a:ln>
            </p:spPr>
            <p:style>
              <a:lnRef idx="1">
                <a:schemeClr val="accent1"/>
              </a:lnRef>
              <a:fillRef idx="0">
                <a:schemeClr val="accent1"/>
              </a:fillRef>
              <a:effectRef idx="0">
                <a:schemeClr val="accent1"/>
              </a:effectRef>
              <a:fontRef idx="minor">
                <a:schemeClr val="tx1"/>
              </a:fontRef>
            </p:style>
          </p:cxnSp>
          <p:sp>
            <p:nvSpPr>
              <p:cNvPr id="197" name="TextBox 196">
                <a:extLst>
                  <a:ext uri="{FF2B5EF4-FFF2-40B4-BE49-F238E27FC236}">
                    <a16:creationId xmlns:a16="http://schemas.microsoft.com/office/drawing/2014/main" id="{91232683-5E09-6E28-9348-FDC30E207BCA}"/>
                  </a:ext>
                </a:extLst>
              </p:cNvPr>
              <p:cNvSpPr txBox="1"/>
              <p:nvPr/>
            </p:nvSpPr>
            <p:spPr>
              <a:xfrm>
                <a:off x="3296920" y="5293663"/>
                <a:ext cx="208936" cy="461665"/>
              </a:xfrm>
              <a:prstGeom prst="rect">
                <a:avLst/>
              </a:prstGeom>
              <a:noFill/>
            </p:spPr>
            <p:txBody>
              <a:bodyPr wrap="square" rtlCol="0">
                <a:spAutoFit/>
              </a:bodyPr>
              <a:lstStyle/>
              <a:p>
                <a:r>
                  <a:rPr lang="en-US" sz="2400" b="1" dirty="0">
                    <a:solidFill>
                      <a:srgbClr val="FF00FF"/>
                    </a:solidFill>
                    <a:latin typeface="Lexend" pitchFamily="2" charset="0"/>
                  </a:rPr>
                  <a:t>s</a:t>
                </a:r>
              </a:p>
            </p:txBody>
          </p:sp>
        </p:grpSp>
        <p:sp>
          <p:nvSpPr>
            <p:cNvPr id="195" name="TextBox 194">
              <a:extLst>
                <a:ext uri="{FF2B5EF4-FFF2-40B4-BE49-F238E27FC236}">
                  <a16:creationId xmlns:a16="http://schemas.microsoft.com/office/drawing/2014/main" id="{CA3EA9D7-C3EE-BC98-5B21-1B8B89F32C9F}"/>
                </a:ext>
              </a:extLst>
            </p:cNvPr>
            <p:cNvSpPr txBox="1"/>
            <p:nvPr/>
          </p:nvSpPr>
          <p:spPr>
            <a:xfrm>
              <a:off x="3601720" y="5446897"/>
              <a:ext cx="1786197" cy="261610"/>
            </a:xfrm>
            <a:prstGeom prst="rect">
              <a:avLst/>
            </a:prstGeom>
            <a:noFill/>
          </p:spPr>
          <p:txBody>
            <a:bodyPr wrap="square" rtlCol="0">
              <a:spAutoFit/>
            </a:bodyPr>
            <a:lstStyle/>
            <a:p>
              <a:r>
                <a:rPr lang="en-US" sz="1100" b="1" dirty="0">
                  <a:solidFill>
                    <a:srgbClr val="FF00FF"/>
                  </a:solidFill>
                  <a:latin typeface="Lexend" pitchFamily="2" charset="0"/>
                </a:rPr>
                <a:t>GPIO </a:t>
              </a:r>
              <a:r>
                <a:rPr lang="en-US" sz="1100" b="1" dirty="0" err="1">
                  <a:solidFill>
                    <a:srgbClr val="FF00FF"/>
                  </a:solidFill>
                  <a:latin typeface="Lexend" pitchFamily="2" charset="0"/>
                </a:rPr>
                <a:t>Ouput</a:t>
              </a:r>
              <a:r>
                <a:rPr lang="en-US" sz="1100" b="1" dirty="0">
                  <a:solidFill>
                    <a:srgbClr val="FF00FF"/>
                  </a:solidFill>
                  <a:latin typeface="Lexend" pitchFamily="2" charset="0"/>
                </a:rPr>
                <a:t> signal (0-</a:t>
              </a:r>
              <a:r>
                <a:rPr lang="en-US" sz="1100" b="1" dirty="0" err="1">
                  <a:solidFill>
                    <a:srgbClr val="FF00FF"/>
                  </a:solidFill>
                  <a:latin typeface="Lexend" pitchFamily="2" charset="0"/>
                </a:rPr>
                <a:t>3.3V</a:t>
              </a:r>
              <a:r>
                <a:rPr lang="en-US" sz="1100" b="1" dirty="0">
                  <a:solidFill>
                    <a:srgbClr val="FF00FF"/>
                  </a:solidFill>
                  <a:latin typeface="Lexend" pitchFamily="2" charset="0"/>
                </a:rPr>
                <a:t>)</a:t>
              </a:r>
            </a:p>
          </p:txBody>
        </p:sp>
      </p:grpSp>
      <p:grpSp>
        <p:nvGrpSpPr>
          <p:cNvPr id="198" name="Group 197">
            <a:extLst>
              <a:ext uri="{FF2B5EF4-FFF2-40B4-BE49-F238E27FC236}">
                <a16:creationId xmlns:a16="http://schemas.microsoft.com/office/drawing/2014/main" id="{7EABAA4C-4C74-5CC3-0818-AAD4BFD7F529}"/>
              </a:ext>
            </a:extLst>
          </p:cNvPr>
          <p:cNvGrpSpPr/>
          <p:nvPr/>
        </p:nvGrpSpPr>
        <p:grpSpPr>
          <a:xfrm>
            <a:off x="2968998" y="5948738"/>
            <a:ext cx="2304054" cy="461665"/>
            <a:chOff x="3108960" y="5317793"/>
            <a:chExt cx="2304054" cy="461665"/>
          </a:xfrm>
        </p:grpSpPr>
        <p:grpSp>
          <p:nvGrpSpPr>
            <p:cNvPr id="199" name="Group 198">
              <a:extLst>
                <a:ext uri="{FF2B5EF4-FFF2-40B4-BE49-F238E27FC236}">
                  <a16:creationId xmlns:a16="http://schemas.microsoft.com/office/drawing/2014/main" id="{991C379D-7D0E-64BD-A104-837685CB9A26}"/>
                </a:ext>
              </a:extLst>
            </p:cNvPr>
            <p:cNvGrpSpPr/>
            <p:nvPr/>
          </p:nvGrpSpPr>
          <p:grpSpPr>
            <a:xfrm>
              <a:off x="3108960" y="5317793"/>
              <a:ext cx="558800" cy="461665"/>
              <a:chOff x="3296920" y="5312713"/>
              <a:chExt cx="558800" cy="461665"/>
            </a:xfrm>
          </p:grpSpPr>
          <p:cxnSp>
            <p:nvCxnSpPr>
              <p:cNvPr id="201" name="Straight Connector 200">
                <a:extLst>
                  <a:ext uri="{FF2B5EF4-FFF2-40B4-BE49-F238E27FC236}">
                    <a16:creationId xmlns:a16="http://schemas.microsoft.com/office/drawing/2014/main" id="{5E847853-0763-59D9-6DFD-84FE4077E0D7}"/>
                  </a:ext>
                </a:extLst>
              </p:cNvPr>
              <p:cNvCxnSpPr/>
              <p:nvPr/>
            </p:nvCxnSpPr>
            <p:spPr>
              <a:xfrm>
                <a:off x="3500120" y="5561282"/>
                <a:ext cx="35560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202" name="TextBox 201">
                <a:extLst>
                  <a:ext uri="{FF2B5EF4-FFF2-40B4-BE49-F238E27FC236}">
                    <a16:creationId xmlns:a16="http://schemas.microsoft.com/office/drawing/2014/main" id="{54933516-2C20-EB24-CCA5-D6C6DD7110F4}"/>
                  </a:ext>
                </a:extLst>
              </p:cNvPr>
              <p:cNvSpPr txBox="1"/>
              <p:nvPr/>
            </p:nvSpPr>
            <p:spPr>
              <a:xfrm>
                <a:off x="3296920" y="5312713"/>
                <a:ext cx="208936" cy="461665"/>
              </a:xfrm>
              <a:prstGeom prst="rect">
                <a:avLst/>
              </a:prstGeom>
              <a:noFill/>
            </p:spPr>
            <p:txBody>
              <a:bodyPr wrap="square" rtlCol="0">
                <a:spAutoFit/>
              </a:bodyPr>
              <a:lstStyle/>
              <a:p>
                <a:r>
                  <a:rPr lang="en-US" sz="2400" b="1" dirty="0">
                    <a:solidFill>
                      <a:srgbClr val="00B050"/>
                    </a:solidFill>
                    <a:latin typeface="Lexend" pitchFamily="2" charset="0"/>
                  </a:rPr>
                  <a:t>s</a:t>
                </a:r>
              </a:p>
            </p:txBody>
          </p:sp>
        </p:grpSp>
        <p:sp>
          <p:nvSpPr>
            <p:cNvPr id="200" name="TextBox 199">
              <a:extLst>
                <a:ext uri="{FF2B5EF4-FFF2-40B4-BE49-F238E27FC236}">
                  <a16:creationId xmlns:a16="http://schemas.microsoft.com/office/drawing/2014/main" id="{8E06B4F8-C541-E4C6-2364-8AD0DCD879B2}"/>
                </a:ext>
              </a:extLst>
            </p:cNvPr>
            <p:cNvSpPr txBox="1"/>
            <p:nvPr/>
          </p:nvSpPr>
          <p:spPr>
            <a:xfrm>
              <a:off x="3601720" y="5446897"/>
              <a:ext cx="1811294" cy="261610"/>
            </a:xfrm>
            <a:prstGeom prst="rect">
              <a:avLst/>
            </a:prstGeom>
            <a:noFill/>
          </p:spPr>
          <p:txBody>
            <a:bodyPr wrap="square" rtlCol="0">
              <a:spAutoFit/>
            </a:bodyPr>
            <a:lstStyle/>
            <a:p>
              <a:r>
                <a:rPr lang="en-US" sz="1100" b="1" dirty="0">
                  <a:solidFill>
                    <a:srgbClr val="00B050"/>
                  </a:solidFill>
                  <a:latin typeface="Lexend" pitchFamily="2" charset="0"/>
                </a:rPr>
                <a:t>Gate Drive Voltage (-5-</a:t>
              </a:r>
              <a:r>
                <a:rPr lang="en-US" sz="1100" b="1" dirty="0" err="1">
                  <a:solidFill>
                    <a:srgbClr val="00B050"/>
                  </a:solidFill>
                  <a:latin typeface="Lexend" pitchFamily="2" charset="0"/>
                </a:rPr>
                <a:t>15V</a:t>
              </a:r>
              <a:r>
                <a:rPr lang="en-US" sz="1100" b="1" dirty="0">
                  <a:solidFill>
                    <a:srgbClr val="00B050"/>
                  </a:solidFill>
                  <a:latin typeface="Lexend" pitchFamily="2" charset="0"/>
                </a:rPr>
                <a:t>)</a:t>
              </a:r>
            </a:p>
          </p:txBody>
        </p:sp>
      </p:grpSp>
    </p:spTree>
    <p:extLst>
      <p:ext uri="{BB962C8B-B14F-4D97-AF65-F5344CB8AC3E}">
        <p14:creationId xmlns:p14="http://schemas.microsoft.com/office/powerpoint/2010/main" val="1993130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3CD23-92CE-F94D-FA05-4B9EB915010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362B17-A841-D4BE-0BC9-8602F79064AE}"/>
              </a:ext>
            </a:extLst>
          </p:cNvPr>
          <p:cNvSpPr>
            <a:spLocks noGrp="1"/>
          </p:cNvSpPr>
          <p:nvPr>
            <p:ph type="sldNum" sz="quarter" idx="4"/>
          </p:nvPr>
        </p:nvSpPr>
        <p:spPr/>
        <p:txBody>
          <a:bodyPr/>
          <a:lstStyle/>
          <a:p>
            <a:fld id="{D7016DB7-74C3-4088-91B2-8C513CF55A6C}" type="slidenum">
              <a:rPr lang="en-US" smtClean="0"/>
              <a:pPr/>
              <a:t>13</a:t>
            </a:fld>
            <a:endParaRPr lang="en-US"/>
          </a:p>
        </p:txBody>
      </p:sp>
      <p:sp>
        <p:nvSpPr>
          <p:cNvPr id="6" name="Rectangle 5">
            <a:extLst>
              <a:ext uri="{FF2B5EF4-FFF2-40B4-BE49-F238E27FC236}">
                <a16:creationId xmlns:a16="http://schemas.microsoft.com/office/drawing/2014/main" id="{9A92E437-3C8E-33BD-7A03-DBCAA559AC6F}"/>
              </a:ext>
            </a:extLst>
          </p:cNvPr>
          <p:cNvSpPr/>
          <p:nvPr/>
        </p:nvSpPr>
        <p:spPr>
          <a:xfrm>
            <a:off x="70819" y="33475"/>
            <a:ext cx="459792" cy="50296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latin typeface="Lato" panose="020F0502020204030203" pitchFamily="34" charset="0"/>
                <a:ea typeface="Lato" panose="020F0502020204030203" pitchFamily="34" charset="0"/>
                <a:cs typeface="Lato" panose="020F0502020204030203" pitchFamily="34" charset="0"/>
              </a:rPr>
              <a:t>3</a:t>
            </a:r>
            <a:endParaRPr lang="en-US" sz="2800" b="1" dirty="0">
              <a:latin typeface="Lato" panose="020F0502020204030203" pitchFamily="34" charset="0"/>
              <a:ea typeface="Lato" panose="020F0502020204030203" pitchFamily="34" charset="0"/>
              <a:cs typeface="Lato" panose="020F0502020204030203" pitchFamily="34" charset="0"/>
            </a:endParaRPr>
          </a:p>
        </p:txBody>
      </p:sp>
      <p:sp>
        <p:nvSpPr>
          <p:cNvPr id="5" name="Content Placeholder 4">
            <a:extLst>
              <a:ext uri="{FF2B5EF4-FFF2-40B4-BE49-F238E27FC236}">
                <a16:creationId xmlns:a16="http://schemas.microsoft.com/office/drawing/2014/main" id="{8196263C-3AA9-481D-8F4E-798360B8A1CE}"/>
              </a:ext>
            </a:extLst>
          </p:cNvPr>
          <p:cNvSpPr>
            <a:spLocks noGrp="1"/>
          </p:cNvSpPr>
          <p:nvPr>
            <p:ph idx="1"/>
          </p:nvPr>
        </p:nvSpPr>
        <p:spPr>
          <a:xfrm>
            <a:off x="357090" y="1692591"/>
            <a:ext cx="11531600" cy="2723568"/>
          </a:xfrm>
        </p:spPr>
        <p:txBody>
          <a:bodyPr>
            <a:normAutofit/>
          </a:bodyPr>
          <a:lstStyle/>
          <a:p>
            <a:pPr marL="180975" indent="0" algn="ctr">
              <a:buNone/>
            </a:pPr>
            <a:r>
              <a:rPr lang="en-US" sz="4800" b="1"/>
              <a:t>Trân trọng cảm </a:t>
            </a:r>
            <a:r>
              <a:rPr lang="vi-VN" sz="4800" b="1"/>
              <a:t>ơ</a:t>
            </a:r>
            <a:r>
              <a:rPr lang="en-US" sz="4800" b="1"/>
              <a:t>n </a:t>
            </a:r>
          </a:p>
          <a:p>
            <a:pPr marL="180975" indent="0" algn="ctr">
              <a:buNone/>
            </a:pPr>
            <a:r>
              <a:rPr lang="en-US" sz="4800" b="1"/>
              <a:t>nhóm nghiên cứu PECLAB</a:t>
            </a:r>
          </a:p>
        </p:txBody>
      </p:sp>
    </p:spTree>
    <p:extLst>
      <p:ext uri="{BB962C8B-B14F-4D97-AF65-F5344CB8AC3E}">
        <p14:creationId xmlns:p14="http://schemas.microsoft.com/office/powerpoint/2010/main" val="1652520109"/>
      </p:ext>
    </p:extLst>
  </p:cSld>
  <p:clrMapOvr>
    <a:masterClrMapping/>
  </p:clrMapOvr>
</p:sld>
</file>

<file path=ppt/theme/theme1.xml><?xml version="1.0" encoding="utf-8"?>
<a:theme xmlns:a="http://schemas.openxmlformats.org/drawingml/2006/main" name="Official MAIN2">
  <a:themeElements>
    <a:clrScheme name="추억">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추억">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추억">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ial MAIN2" id="{1FAB7EE2-517D-429F-ACAB-BB10AD5FCA9D}" vid="{72C97163-E139-4CB3-9587-47774EABC1F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DD337203D4A694299F857F92A5D098E" ma:contentTypeVersion="13" ma:contentTypeDescription="Create a new document." ma:contentTypeScope="" ma:versionID="b5cebb6b96f403a2e81862cf55c6a65d">
  <xsd:schema xmlns:xsd="http://www.w3.org/2001/XMLSchema" xmlns:xs="http://www.w3.org/2001/XMLSchema" xmlns:p="http://schemas.microsoft.com/office/2006/metadata/properties" xmlns:ns2="e039dcc0-17f4-4cac-8502-9d148b26e2d8" xmlns:ns3="875943ae-125d-48ab-a840-f1d40d0ca80e" targetNamespace="http://schemas.microsoft.com/office/2006/metadata/properties" ma:root="true" ma:fieldsID="efb965eed869510fd4f846b0ff6732e3" ns2:_="" ns3:_="">
    <xsd:import namespace="e039dcc0-17f4-4cac-8502-9d148b26e2d8"/>
    <xsd:import namespace="875943ae-125d-48ab-a840-f1d40d0ca8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39dcc0-17f4-4cac-8502-9d148b26e2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46fe6cf-c6c6-432e-bc3b-e1a865b2857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75943ae-125d-48ab-a840-f1d40d0ca80e"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d116a8a-5474-428d-bb96-2610187dac1a}" ma:internalName="TaxCatchAll" ma:showField="CatchAllData" ma:web="875943ae-125d-48ab-a840-f1d40d0ca80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039dcc0-17f4-4cac-8502-9d148b26e2d8">
      <Terms xmlns="http://schemas.microsoft.com/office/infopath/2007/PartnerControls"/>
    </lcf76f155ced4ddcb4097134ff3c332f>
    <TaxCatchAll xmlns="875943ae-125d-48ab-a840-f1d40d0ca80e" xsi:nil="true"/>
  </documentManagement>
</p:properties>
</file>

<file path=customXml/itemProps1.xml><?xml version="1.0" encoding="utf-8"?>
<ds:datastoreItem xmlns:ds="http://schemas.openxmlformats.org/officeDocument/2006/customXml" ds:itemID="{9E715DBE-F881-4C9D-BF48-9994472503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39dcc0-17f4-4cac-8502-9d148b26e2d8"/>
    <ds:schemaRef ds:uri="875943ae-125d-48ab-a840-f1d40d0ca8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2E4D613-8C16-4106-B131-4AD00FC8ABAD}">
  <ds:schemaRefs>
    <ds:schemaRef ds:uri="http://schemas.microsoft.com/sharepoint/v3/contenttype/forms"/>
  </ds:schemaRefs>
</ds:datastoreItem>
</file>

<file path=customXml/itemProps3.xml><?xml version="1.0" encoding="utf-8"?>
<ds:datastoreItem xmlns:ds="http://schemas.openxmlformats.org/officeDocument/2006/customXml" ds:itemID="{A79EE0C1-E9FA-468B-95E7-F1DAEE1BA205}">
  <ds:schemaRefs>
    <ds:schemaRef ds:uri="http://schemas.openxmlformats.org/package/2006/metadata/core-properties"/>
    <ds:schemaRef ds:uri="http://schemas.microsoft.com/office/2006/documentManagement/types"/>
    <ds:schemaRef ds:uri="http://purl.org/dc/terms/"/>
    <ds:schemaRef ds:uri="http://schemas.microsoft.com/office/2006/metadata/properties"/>
    <ds:schemaRef ds:uri="e039dcc0-17f4-4cac-8502-9d148b26e2d8"/>
    <ds:schemaRef ds:uri="http://www.w3.org/XML/1998/namespace"/>
    <ds:schemaRef ds:uri="http://purl.org/dc/elements/1.1/"/>
    <ds:schemaRef ds:uri="http://schemas.microsoft.com/office/infopath/2007/PartnerControls"/>
    <ds:schemaRef ds:uri="875943ae-125d-48ab-a840-f1d40d0ca80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11804</TotalTime>
  <Words>2055</Words>
  <Application>Microsoft Office PowerPoint</Application>
  <PresentationFormat>Widescreen</PresentationFormat>
  <Paragraphs>206</Paragraphs>
  <Slides>13</Slides>
  <Notes>10</Notes>
  <HiddenSlides>1</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13</vt:i4>
      </vt:variant>
    </vt:vector>
  </HeadingPairs>
  <TitlesOfParts>
    <vt:vector size="23" baseType="lpstr">
      <vt:lpstr>Arial</vt:lpstr>
      <vt:lpstr>Calibri</vt:lpstr>
      <vt:lpstr>Cambria Math</vt:lpstr>
      <vt:lpstr>Lato</vt:lpstr>
      <vt:lpstr>Lexend</vt:lpstr>
      <vt:lpstr>Times New Roman</vt:lpstr>
      <vt:lpstr>Wingdings</vt:lpstr>
      <vt:lpstr>Official MAIN2</vt:lpstr>
      <vt:lpstr>Equation</vt:lpstr>
      <vt:lpstr>Visio</vt:lpstr>
      <vt:lpstr>Nghiên cứu bộ điều khiển VOC sử dụng thuật toán Andronov–Hopf kết hợp các vòng điều khiển điện áp và dòng điện cho bộ nghịch lưu một pha làm việc song song</vt:lpstr>
      <vt:lpstr>Contents </vt:lpstr>
      <vt:lpstr>Tổng quan về lưới điện nhỏ Microgrid</vt:lpstr>
      <vt:lpstr>Thiết kế điều khiển 2 bộ nghịch lưu hoạt động song song</vt:lpstr>
      <vt:lpstr>Thiết kế điều khiển 2 bộ nghịch lưu hoạt động song song</vt:lpstr>
      <vt:lpstr>Thiết kế điều khiển 2 bộ nghịch lưu hoạt động song song</vt:lpstr>
      <vt:lpstr>Triển khai hệ thống trên mô hình thực nghiệm</vt:lpstr>
      <vt:lpstr>Triển khai hệ thống trên mô hình thực nghiệm</vt:lpstr>
      <vt:lpstr>Triển khai hệ thống trên mô hình thực nghiệm</vt:lpstr>
      <vt:lpstr>Triển khai hệ thống trên mô hình thực nghiệm</vt:lpstr>
      <vt:lpstr>Triển khai hệ thống trên mô hình thực nghiệm</vt:lpstr>
      <vt:lpstr>Triển khai hệ thống trên mô hình thực nghiệm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IT</dc:creator>
  <cp:lastModifiedBy>Le TrungAnh</cp:lastModifiedBy>
  <cp:revision>69</cp:revision>
  <cp:lastPrinted>2026-07-13T12:11:30Z</cp:lastPrinted>
  <dcterms:created xsi:type="dcterms:W3CDTF">2018-08-01T14:02:16Z</dcterms:created>
  <dcterms:modified xsi:type="dcterms:W3CDTF">2026-09-26T02:42:24Z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0x0101003DD337203D4A694299F857F92A5D098E</vt:lpwstr>
  </property>
  <property fmtid="{D5CDD505-2E9C-101B-9397-08002B2CF9AE}" pid="3" name="MediaServiceImageTags">
    <vt:lpwstr/>
  </property>
</Properties>
</file>